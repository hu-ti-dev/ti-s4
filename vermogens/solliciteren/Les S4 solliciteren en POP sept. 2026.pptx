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9"/>
  </p:notesMasterIdLst>
  <p:sldIdLst>
    <p:sldId id="256" r:id="rId5"/>
    <p:sldId id="1236" r:id="rId6"/>
    <p:sldId id="1239" r:id="rId7"/>
    <p:sldId id="1240" r:id="rId8"/>
    <p:sldId id="1241" r:id="rId9"/>
    <p:sldId id="1242" r:id="rId10"/>
    <p:sldId id="1243" r:id="rId11"/>
    <p:sldId id="1245" r:id="rId12"/>
    <p:sldId id="1244" r:id="rId13"/>
    <p:sldId id="1246" r:id="rId14"/>
    <p:sldId id="1247" r:id="rId15"/>
    <p:sldId id="1248" r:id="rId16"/>
    <p:sldId id="1249" r:id="rId17"/>
    <p:sldId id="395" r:id="rId18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4" pos="733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5B8381-5C53-64DF-D888-A20455CEFACF}" name="Mariecke Schipper" initials="MS" userId="S::mariecke.schipper@hu.nl::49d9dbbf-7d00-4e90-ab53-f179b329933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eke Elmendorp" initials="ME" lastIdx="1" clrIdx="1">
    <p:extLst>
      <p:ext uri="{19B8F6BF-5375-455C-9EA6-DF929625EA0E}">
        <p15:presenceInfo xmlns:p15="http://schemas.microsoft.com/office/powerpoint/2012/main" userId="S-1-5-21-1757436266-1070379326-1452763161-1338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D4"/>
    <a:srgbClr val="000000"/>
    <a:srgbClr val="00A0D2"/>
    <a:srgbClr val="8AD0F7"/>
    <a:srgbClr val="ED0010"/>
    <a:srgbClr val="00A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1484" autoAdjust="0"/>
  </p:normalViewPr>
  <p:slideViewPr>
    <p:cSldViewPr snapToObjects="1" showGuides="1">
      <p:cViewPr varScale="1">
        <p:scale>
          <a:sx n="58" d="100"/>
          <a:sy n="58" d="100"/>
        </p:scale>
        <p:origin x="988" y="40"/>
      </p:cViewPr>
      <p:guideLst>
        <p:guide orient="horz" pos="2160"/>
        <p:guide pos="3840"/>
        <p:guide pos="7333"/>
      </p:guideLst>
    </p:cSldViewPr>
  </p:slideViewPr>
  <p:outlineViewPr>
    <p:cViewPr>
      <p:scale>
        <a:sx n="33" d="100"/>
        <a:sy n="33" d="100"/>
      </p:scale>
      <p:origin x="0" y="-31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 Bunte" userId="d4ab8882-b564-4d15-84da-a43a3403b2bf" providerId="ADAL" clId="{742FF4DA-6EA3-45B2-BB79-87D442F4769F}"/>
    <pc:docChg chg="modSld sldOrd">
      <pc:chgData name="Len Bunte" userId="d4ab8882-b564-4d15-84da-a43a3403b2bf" providerId="ADAL" clId="{742FF4DA-6EA3-45B2-BB79-87D442F4769F}" dt="2026-09-01T18:06:26.500" v="31"/>
      <pc:docMkLst>
        <pc:docMk/>
      </pc:docMkLst>
      <pc:sldChg chg="addSp modSp">
        <pc:chgData name="Len Bunte" userId="d4ab8882-b564-4d15-84da-a43a3403b2bf" providerId="ADAL" clId="{742FF4DA-6EA3-45B2-BB79-87D442F4769F}" dt="2026-09-01T13:53:27.825" v="0" actId="767"/>
        <pc:sldMkLst>
          <pc:docMk/>
          <pc:sldMk cId="1448818965" sldId="1226"/>
        </pc:sldMkLst>
        <pc:spChg chg="add mod">
          <ac:chgData name="Len Bunte" userId="d4ab8882-b564-4d15-84da-a43a3403b2bf" providerId="ADAL" clId="{742FF4DA-6EA3-45B2-BB79-87D442F4769F}" dt="2026-09-01T13:53:27.825" v="0" actId="767"/>
          <ac:spMkLst>
            <pc:docMk/>
            <pc:sldMk cId="1448818965" sldId="1226"/>
            <ac:spMk id="8" creationId="{4A6DDA47-B92E-D7A5-915A-370F7B90DDC3}"/>
          </ac:spMkLst>
        </pc:spChg>
      </pc:sldChg>
      <pc:sldChg chg="modSp">
        <pc:chgData name="Len Bunte" userId="d4ab8882-b564-4d15-84da-a43a3403b2bf" providerId="ADAL" clId="{742FF4DA-6EA3-45B2-BB79-87D442F4769F}" dt="2026-09-01T14:11:58.889" v="5"/>
        <pc:sldMkLst>
          <pc:docMk/>
          <pc:sldMk cId="2183190548" sldId="1240"/>
        </pc:sldMkLst>
        <pc:spChg chg="mod">
          <ac:chgData name="Len Bunte" userId="d4ab8882-b564-4d15-84da-a43a3403b2bf" providerId="ADAL" clId="{742FF4DA-6EA3-45B2-BB79-87D442F4769F}" dt="2026-09-01T14:11:58.889" v="5"/>
          <ac:spMkLst>
            <pc:docMk/>
            <pc:sldMk cId="2183190548" sldId="1240"/>
            <ac:spMk id="6" creationId="{7A6DDE34-BC37-E213-41C4-3718B6175DE8}"/>
          </ac:spMkLst>
        </pc:spChg>
      </pc:sldChg>
      <pc:sldChg chg="modSp">
        <pc:chgData name="Len Bunte" userId="d4ab8882-b564-4d15-84da-a43a3403b2bf" providerId="ADAL" clId="{742FF4DA-6EA3-45B2-BB79-87D442F4769F}" dt="2026-09-01T14:12:59.751" v="7"/>
        <pc:sldMkLst>
          <pc:docMk/>
          <pc:sldMk cId="3565713228" sldId="1241"/>
        </pc:sldMkLst>
        <pc:spChg chg="mod">
          <ac:chgData name="Len Bunte" userId="d4ab8882-b564-4d15-84da-a43a3403b2bf" providerId="ADAL" clId="{742FF4DA-6EA3-45B2-BB79-87D442F4769F}" dt="2026-09-01T14:12:59.751" v="7"/>
          <ac:spMkLst>
            <pc:docMk/>
            <pc:sldMk cId="3565713228" sldId="1241"/>
            <ac:spMk id="6" creationId="{30457F54-2D53-E417-9561-AC60C96BB2D2}"/>
          </ac:spMkLst>
        </pc:spChg>
      </pc:sldChg>
      <pc:sldChg chg="modSp">
        <pc:chgData name="Len Bunte" userId="d4ab8882-b564-4d15-84da-a43a3403b2bf" providerId="ADAL" clId="{742FF4DA-6EA3-45B2-BB79-87D442F4769F}" dt="2026-09-01T14:15:18.224" v="9"/>
        <pc:sldMkLst>
          <pc:docMk/>
          <pc:sldMk cId="2619189829" sldId="1242"/>
        </pc:sldMkLst>
        <pc:spChg chg="mod">
          <ac:chgData name="Len Bunte" userId="d4ab8882-b564-4d15-84da-a43a3403b2bf" providerId="ADAL" clId="{742FF4DA-6EA3-45B2-BB79-87D442F4769F}" dt="2026-09-01T14:15:18.224" v="9"/>
          <ac:spMkLst>
            <pc:docMk/>
            <pc:sldMk cId="2619189829" sldId="1242"/>
            <ac:spMk id="6" creationId="{C3686CF1-2115-8447-1063-7BD81DE3F100}"/>
          </ac:spMkLst>
        </pc:spChg>
      </pc:sldChg>
      <pc:sldChg chg="modSp">
        <pc:chgData name="Len Bunte" userId="d4ab8882-b564-4d15-84da-a43a3403b2bf" providerId="ADAL" clId="{742FF4DA-6EA3-45B2-BB79-87D442F4769F}" dt="2026-09-01T14:27:02.078" v="10"/>
        <pc:sldMkLst>
          <pc:docMk/>
          <pc:sldMk cId="1543638878" sldId="1243"/>
        </pc:sldMkLst>
        <pc:spChg chg="mod">
          <ac:chgData name="Len Bunte" userId="d4ab8882-b564-4d15-84da-a43a3403b2bf" providerId="ADAL" clId="{742FF4DA-6EA3-45B2-BB79-87D442F4769F}" dt="2026-09-01T14:27:02.078" v="10"/>
          <ac:spMkLst>
            <pc:docMk/>
            <pc:sldMk cId="1543638878" sldId="1243"/>
            <ac:spMk id="6" creationId="{4429D8DE-6173-A584-05D5-D86806C97E40}"/>
          </ac:spMkLst>
        </pc:spChg>
      </pc:sldChg>
      <pc:sldChg chg="modSp ord">
        <pc:chgData name="Len Bunte" userId="d4ab8882-b564-4d15-84da-a43a3403b2bf" providerId="ADAL" clId="{742FF4DA-6EA3-45B2-BB79-87D442F4769F}" dt="2026-09-01T15:10:50.630" v="14"/>
        <pc:sldMkLst>
          <pc:docMk/>
          <pc:sldMk cId="1235030247" sldId="1244"/>
        </pc:sldMkLst>
        <pc:spChg chg="mod">
          <ac:chgData name="Len Bunte" userId="d4ab8882-b564-4d15-84da-a43a3403b2bf" providerId="ADAL" clId="{742FF4DA-6EA3-45B2-BB79-87D442F4769F}" dt="2026-09-01T15:08:27.294" v="13"/>
          <ac:spMkLst>
            <pc:docMk/>
            <pc:sldMk cId="1235030247" sldId="1244"/>
            <ac:spMk id="6" creationId="{45E671D7-1736-3F40-1B5F-436295E00FF2}"/>
          </ac:spMkLst>
        </pc:spChg>
      </pc:sldChg>
      <pc:sldChg chg="modSp ord">
        <pc:chgData name="Len Bunte" userId="d4ab8882-b564-4d15-84da-a43a3403b2bf" providerId="ADAL" clId="{742FF4DA-6EA3-45B2-BB79-87D442F4769F}" dt="2026-09-01T15:10:56.194" v="15"/>
        <pc:sldMkLst>
          <pc:docMk/>
          <pc:sldMk cId="3626940937" sldId="1245"/>
        </pc:sldMkLst>
        <pc:spChg chg="mod">
          <ac:chgData name="Len Bunte" userId="d4ab8882-b564-4d15-84da-a43a3403b2bf" providerId="ADAL" clId="{742FF4DA-6EA3-45B2-BB79-87D442F4769F}" dt="2026-09-01T14:35:15.875" v="12"/>
          <ac:spMkLst>
            <pc:docMk/>
            <pc:sldMk cId="3626940937" sldId="1245"/>
            <ac:spMk id="6" creationId="{3A05E934-7303-CA43-7E92-DB226FDDBD7D}"/>
          </ac:spMkLst>
        </pc:spChg>
      </pc:sldChg>
      <pc:sldChg chg="addSp modSp">
        <pc:chgData name="Len Bunte" userId="d4ab8882-b564-4d15-84da-a43a3403b2bf" providerId="ADAL" clId="{742FF4DA-6EA3-45B2-BB79-87D442F4769F}" dt="2026-09-01T16:58:27.906" v="17"/>
        <pc:sldMkLst>
          <pc:docMk/>
          <pc:sldMk cId="3280222655" sldId="1246"/>
        </pc:sldMkLst>
        <pc:spChg chg="add mod">
          <ac:chgData name="Len Bunte" userId="d4ab8882-b564-4d15-84da-a43a3403b2bf" providerId="ADAL" clId="{742FF4DA-6EA3-45B2-BB79-87D442F4769F}" dt="2026-09-01T16:57:55.610" v="16" actId="767"/>
          <ac:spMkLst>
            <pc:docMk/>
            <pc:sldMk cId="3280222655" sldId="1246"/>
            <ac:spMk id="3" creationId="{E6316418-DA9A-2F89-B333-7ED9709BEEE0}"/>
          </ac:spMkLst>
        </pc:spChg>
        <pc:spChg chg="mod">
          <ac:chgData name="Len Bunte" userId="d4ab8882-b564-4d15-84da-a43a3403b2bf" providerId="ADAL" clId="{742FF4DA-6EA3-45B2-BB79-87D442F4769F}" dt="2026-09-01T16:58:27.906" v="17"/>
          <ac:spMkLst>
            <pc:docMk/>
            <pc:sldMk cId="3280222655" sldId="1246"/>
            <ac:spMk id="6" creationId="{76676465-D99D-DBF7-735D-C100D28C244E}"/>
          </ac:spMkLst>
        </pc:spChg>
      </pc:sldChg>
      <pc:sldChg chg="modSp">
        <pc:chgData name="Len Bunte" userId="d4ab8882-b564-4d15-84da-a43a3403b2bf" providerId="ADAL" clId="{742FF4DA-6EA3-45B2-BB79-87D442F4769F}" dt="2026-09-01T17:29:41.383" v="24"/>
        <pc:sldMkLst>
          <pc:docMk/>
          <pc:sldMk cId="2476390481" sldId="1247"/>
        </pc:sldMkLst>
        <pc:spChg chg="mod">
          <ac:chgData name="Len Bunte" userId="d4ab8882-b564-4d15-84da-a43a3403b2bf" providerId="ADAL" clId="{742FF4DA-6EA3-45B2-BB79-87D442F4769F}" dt="2026-09-01T17:29:41.383" v="24"/>
          <ac:spMkLst>
            <pc:docMk/>
            <pc:sldMk cId="2476390481" sldId="1247"/>
            <ac:spMk id="6" creationId="{ECB8E821-6ED9-FDA1-90CB-F026A6CFA02D}"/>
          </ac:spMkLst>
        </pc:spChg>
      </pc:sldChg>
      <pc:sldChg chg="modSp">
        <pc:chgData name="Len Bunte" userId="d4ab8882-b564-4d15-84da-a43a3403b2bf" providerId="ADAL" clId="{742FF4DA-6EA3-45B2-BB79-87D442F4769F}" dt="2026-09-01T17:32:08.363" v="25"/>
        <pc:sldMkLst>
          <pc:docMk/>
          <pc:sldMk cId="672759090" sldId="1248"/>
        </pc:sldMkLst>
        <pc:spChg chg="mod">
          <ac:chgData name="Len Bunte" userId="d4ab8882-b564-4d15-84da-a43a3403b2bf" providerId="ADAL" clId="{742FF4DA-6EA3-45B2-BB79-87D442F4769F}" dt="2026-09-01T17:32:08.363" v="25"/>
          <ac:spMkLst>
            <pc:docMk/>
            <pc:sldMk cId="672759090" sldId="1248"/>
            <ac:spMk id="6" creationId="{EA9A7C78-8880-53E8-18DD-1BE4E596279F}"/>
          </ac:spMkLst>
        </pc:spChg>
      </pc:sldChg>
      <pc:sldChg chg="addSp modSp">
        <pc:chgData name="Len Bunte" userId="d4ab8882-b564-4d15-84da-a43a3403b2bf" providerId="ADAL" clId="{742FF4DA-6EA3-45B2-BB79-87D442F4769F}" dt="2026-09-01T18:06:26.500" v="31"/>
        <pc:sldMkLst>
          <pc:docMk/>
          <pc:sldMk cId="24542084" sldId="1249"/>
        </pc:sldMkLst>
        <pc:spChg chg="add">
          <ac:chgData name="Len Bunte" userId="d4ab8882-b564-4d15-84da-a43a3403b2bf" providerId="ADAL" clId="{742FF4DA-6EA3-45B2-BB79-87D442F4769F}" dt="2026-09-01T17:56:42.263" v="28"/>
          <ac:spMkLst>
            <pc:docMk/>
            <pc:sldMk cId="24542084" sldId="1249"/>
            <ac:spMk id="8" creationId="{4D6410C4-BCAF-F5A1-01E3-BDFBAE58AD61}"/>
          </ac:spMkLst>
        </pc:spChg>
        <pc:graphicFrameChg chg="add mod">
          <ac:chgData name="Len Bunte" userId="d4ab8882-b564-4d15-84da-a43a3403b2bf" providerId="ADAL" clId="{742FF4DA-6EA3-45B2-BB79-87D442F4769F}" dt="2026-09-01T17:56:42.263" v="28"/>
          <ac:graphicFrameMkLst>
            <pc:docMk/>
            <pc:sldMk cId="24542084" sldId="1249"/>
            <ac:graphicFrameMk id="4" creationId="{49A62DA9-2C0E-0951-2FB2-564BEC412390}"/>
          </ac:graphicFrameMkLst>
        </pc:graphicFrameChg>
        <pc:graphicFrameChg chg="add mod">
          <ac:chgData name="Len Bunte" userId="d4ab8882-b564-4d15-84da-a43a3403b2bf" providerId="ADAL" clId="{742FF4DA-6EA3-45B2-BB79-87D442F4769F}" dt="2026-09-01T18:01:17.396" v="29"/>
          <ac:graphicFrameMkLst>
            <pc:docMk/>
            <pc:sldMk cId="24542084" sldId="1249"/>
            <ac:graphicFrameMk id="9" creationId="{8352E8E7-D673-25F9-F2BE-060955FF0CCF}"/>
          </ac:graphicFrameMkLst>
        </pc:graphicFrameChg>
        <pc:graphicFrameChg chg="add mod">
          <ac:chgData name="Len Bunte" userId="d4ab8882-b564-4d15-84da-a43a3403b2bf" providerId="ADAL" clId="{742FF4DA-6EA3-45B2-BB79-87D442F4769F}" dt="2026-09-01T18:02:30.655" v="30"/>
          <ac:graphicFrameMkLst>
            <pc:docMk/>
            <pc:sldMk cId="24542084" sldId="1249"/>
            <ac:graphicFrameMk id="12" creationId="{E60A8BA1-33DB-C018-5210-E7395BF2B46D}"/>
          </ac:graphicFrameMkLst>
        </pc:graphicFrameChg>
        <pc:graphicFrameChg chg="add mod">
          <ac:chgData name="Len Bunte" userId="d4ab8882-b564-4d15-84da-a43a3403b2bf" providerId="ADAL" clId="{742FF4DA-6EA3-45B2-BB79-87D442F4769F}" dt="2026-09-01T18:06:26.500" v="31"/>
          <ac:graphicFrameMkLst>
            <pc:docMk/>
            <pc:sldMk cId="24542084" sldId="1249"/>
            <ac:graphicFrameMk id="13" creationId="{A5EAF5FC-124C-2906-F072-7E107A954E34}"/>
          </ac:graphicFrameMkLst>
        </pc:graphicFrameChg>
      </pc:sldChg>
      <pc:sldChg chg="addSp modSp">
        <pc:chgData name="Len Bunte" userId="d4ab8882-b564-4d15-84da-a43a3403b2bf" providerId="ADAL" clId="{742FF4DA-6EA3-45B2-BB79-87D442F4769F}" dt="2026-09-01T17:56:21.690" v="27"/>
        <pc:sldMkLst>
          <pc:docMk/>
          <pc:sldMk cId="3231994868" sldId="1249"/>
        </pc:sldMkLst>
        <pc:spChg chg="add">
          <ac:chgData name="Len Bunte" userId="d4ab8882-b564-4d15-84da-a43a3403b2bf" providerId="ADAL" clId="{742FF4DA-6EA3-45B2-BB79-87D442F4769F}" dt="2026-09-01T17:56:21.690" v="27"/>
          <ac:spMkLst>
            <pc:docMk/>
            <pc:sldMk cId="3231994868" sldId="1249"/>
            <ac:spMk id="8" creationId="{52D988A6-1BC4-4E5C-F7B7-E80FBEB85A59}"/>
          </ac:spMkLst>
        </pc:spChg>
        <pc:graphicFrameChg chg="add mod">
          <ac:chgData name="Len Bunte" userId="d4ab8882-b564-4d15-84da-a43a3403b2bf" providerId="ADAL" clId="{742FF4DA-6EA3-45B2-BB79-87D442F4769F}" dt="2026-09-01T17:56:21.690" v="27"/>
          <ac:graphicFrameMkLst>
            <pc:docMk/>
            <pc:sldMk cId="3231994868" sldId="1249"/>
            <ac:graphicFrameMk id="4" creationId="{B62CC612-B544-3B26-F8D0-FFD472B5A7BA}"/>
          </ac:graphicFrameMkLst>
        </pc:graphicFrameChg>
      </pc:sldChg>
      <pc:sldChg chg="modSp">
        <pc:chgData name="Len Bunte" userId="d4ab8882-b564-4d15-84da-a43a3403b2bf" providerId="ADAL" clId="{742FF4DA-6EA3-45B2-BB79-87D442F4769F}" dt="2026-09-01T17:43:31.808" v="26"/>
        <pc:sldMkLst>
          <pc:docMk/>
          <pc:sldMk cId="3882250961" sldId="1249"/>
        </pc:sldMkLst>
        <pc:spChg chg="mod">
          <ac:chgData name="Len Bunte" userId="d4ab8882-b564-4d15-84da-a43a3403b2bf" providerId="ADAL" clId="{742FF4DA-6EA3-45B2-BB79-87D442F4769F}" dt="2026-09-01T17:43:31.808" v="26"/>
          <ac:spMkLst>
            <pc:docMk/>
            <pc:sldMk cId="3882250961" sldId="1249"/>
            <ac:spMk id="6" creationId="{93DE53AB-08AB-F6CE-9B38-0579342326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95BC66C1-9637-2447-9163-D2512F5536E8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7861974-9E8E-6746-92D0-7BB71B3C7E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89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4C03B-923F-701C-F715-110E68FF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FCA6BA7-9DC2-B46C-2F77-ACF32B530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5BD20CD-9A49-B6E6-C096-A0BCEA551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5FB564-C974-AB70-FE0D-42CB850B0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598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1E33-5577-3ECF-45E7-51001E79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16340CD-9357-BC50-7351-598A09183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32CB7BE-3AE4-A788-B012-E36688AD9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1F6418D-0B39-28FD-24DF-A99F7FDFD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862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8020-C76F-EF79-4B9A-45474CD7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23B46AE-D0C8-6541-67B7-0970DA313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04A9121-5A13-93F0-B67C-5B459F107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CF63D40-7F43-5477-ECA6-D9A7E2972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015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271A2-B4B3-AF9A-E488-3EDCDAC8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266BE6D-BEEF-A19A-F960-401F3745B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2B75A8D-2F7E-91F1-C1F0-3766764CA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BA1FF12-1729-10CC-7BB6-DA78CB88C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9716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61AA-2051-6EC3-F5DB-69DA548F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D58ECC6-DC85-2872-BB69-24EA55EE6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C60C1B2-4B0B-3A2B-33A6-1027C6AB0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1118A86-6413-E275-F9B2-182E983CD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3243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5CE7-244A-86E4-B230-84FC6CA5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25A86AC-A153-2F9D-1010-D1683F27C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EAF3E24-7F3B-743F-5029-4785C5B28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0C2B89-1A97-57F4-3747-A9D74ABCB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6569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D1E7-47C2-CCCF-9EA9-F825A059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CA9CB10-BE6B-681C-A704-B1146B588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64F106C-CB41-71B9-52F4-9EFE59015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EB817A-C7D0-986A-F8C1-F341F63E6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2651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741C9-526C-68CE-6DBC-DDC999DD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0D25B24-E21C-0C45-8CF1-8EC126FE0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1BC0D6C-D55F-0EF6-C08E-1EB8CE28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C6A9F74-B6B0-5342-6083-75F89B127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9256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D494-2D3C-C5A4-16DF-C5A2EA2B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F12B906-41CD-301F-55F5-6D3E82918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F017004-635B-AAC8-0A41-66064D735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5031448-FBFC-A9E0-CB5E-6ABAD5637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6161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C1E1-D177-1584-4521-BD28D5F3F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66F1E3D-87EC-2714-0EE5-F4B71E4B0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CEF0DA0-0504-0347-2B96-6C9EE24E4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674923F-F039-8BA7-C386-C8A401179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6104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A312-7BFD-DDA4-6BEB-7D837686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3BF6BF8-96FF-077F-98F9-CCBB12089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AC74E7C-FC5E-2B99-6F13-BACE0F5F3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990B5DB-03AC-23FA-7BC0-840C258F9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773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6C028-0225-3D0A-F72D-BA9D79CB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0CABAEF-6B72-CF13-BE47-82D30B9C9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B84DA12-AAE0-21CF-8CE1-A8A629DBB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334883F-AA74-A592-B560-8ECF8C038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FEC66-6BFA-9A4F-8C14-93D2FB19A680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5490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61974-9E8E-6746-92D0-7BB71B3C7E1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47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A157B720-52B7-804C-A0D3-E1214CD524D4}"/>
              </a:ext>
            </a:extLst>
          </p:cNvPr>
          <p:cNvSpPr/>
          <p:nvPr userDrawn="1"/>
        </p:nvSpPr>
        <p:spPr>
          <a:xfrm>
            <a:off x="0" y="0"/>
            <a:ext cx="6096000" cy="5661025"/>
          </a:xfrm>
          <a:prstGeom prst="rect">
            <a:avLst/>
          </a:prstGeom>
          <a:solidFill>
            <a:srgbClr val="ED00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48753-774D-8743-964C-36B63EB18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476250"/>
            <a:ext cx="5040311" cy="3566407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5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BE572-709C-644D-AC4C-63C4300BE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4374076"/>
            <a:ext cx="5038381" cy="365125"/>
          </a:xfrm>
        </p:spPr>
        <p:txBody>
          <a:bodyPr>
            <a:normAutofit/>
          </a:bodyPr>
          <a:lstStyle>
            <a:lvl1pPr marL="0" indent="0" algn="l">
              <a:buNone/>
              <a:defRPr sz="2100" b="1" i="0">
                <a:solidFill>
                  <a:schemeClr val="bg1"/>
                </a:solidFill>
                <a:latin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9EA1FD-E0A8-2242-A5C3-2C1FF8B369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76" y="4714321"/>
            <a:ext cx="5040299" cy="3651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en-US" sz="2100" b="0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F5BB4F2-4F6D-2443-9267-1938424A8A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5661025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9CD55D-D706-2F41-A5BD-14240E79B9CE}"/>
              </a:ext>
            </a:extLst>
          </p:cNvPr>
          <p:cNvGrpSpPr/>
          <p:nvPr userDrawn="1"/>
        </p:nvGrpSpPr>
        <p:grpSpPr>
          <a:xfrm>
            <a:off x="550863" y="6001270"/>
            <a:ext cx="1898159" cy="463885"/>
            <a:chOff x="612356" y="5989450"/>
            <a:chExt cx="1898159" cy="463885"/>
          </a:xfrm>
        </p:grpSpPr>
        <p:sp>
          <p:nvSpPr>
            <p:cNvPr id="50" name="Shape">
              <a:extLst>
                <a:ext uri="{FF2B5EF4-FFF2-40B4-BE49-F238E27FC236}">
                  <a16:creationId xmlns:a16="http://schemas.microsoft.com/office/drawing/2014/main" id="{B7FA90FF-C68E-1E45-8E83-1534D026AC0F}"/>
                </a:ext>
              </a:extLst>
            </p:cNvPr>
            <p:cNvSpPr/>
            <p:nvPr userDrawn="1"/>
          </p:nvSpPr>
          <p:spPr>
            <a:xfrm>
              <a:off x="765063" y="5992444"/>
              <a:ext cx="76391" cy="190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30A6A744-722A-F445-8733-37C519CF8B65}"/>
                </a:ext>
              </a:extLst>
            </p:cNvPr>
            <p:cNvSpPr/>
            <p:nvPr userDrawn="1"/>
          </p:nvSpPr>
          <p:spPr>
            <a:xfrm>
              <a:off x="765063" y="6258933"/>
              <a:ext cx="76391" cy="190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6AB8E0E4-4143-B142-939F-21D1A2F68B8D}"/>
                </a:ext>
              </a:extLst>
            </p:cNvPr>
            <p:cNvSpPr/>
            <p:nvPr userDrawn="1"/>
          </p:nvSpPr>
          <p:spPr>
            <a:xfrm>
              <a:off x="612356" y="5992444"/>
              <a:ext cx="76391" cy="458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1FD02E03-8E28-5F4C-A93B-6BD1EA6D061B}"/>
                </a:ext>
              </a:extLst>
            </p:cNvPr>
            <p:cNvSpPr/>
            <p:nvPr userDrawn="1"/>
          </p:nvSpPr>
          <p:spPr>
            <a:xfrm>
              <a:off x="917770" y="5992444"/>
              <a:ext cx="229211" cy="343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799"/>
                    <a:pt x="10801" y="16799"/>
                  </a:cubicBezTo>
                  <a:cubicBezTo>
                    <a:pt x="8807" y="16799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4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rgbClr val="ED001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D0F42141-6C0F-3C42-80F0-19E25BB873AE}"/>
                </a:ext>
              </a:extLst>
            </p:cNvPr>
            <p:cNvSpPr/>
            <p:nvPr userDrawn="1"/>
          </p:nvSpPr>
          <p:spPr>
            <a:xfrm>
              <a:off x="1299537" y="5989450"/>
              <a:ext cx="1210978" cy="195118"/>
            </a:xfrm>
            <a:custGeom>
              <a:avLst/>
              <a:gdLst>
                <a:gd name="connsiteX0" fmla="*/ 1045838 w 1210978"/>
                <a:gd name="connsiteY0" fmla="*/ 29584 h 195118"/>
                <a:gd name="connsiteX1" fmla="*/ 1030072 w 1210978"/>
                <a:gd name="connsiteY1" fmla="*/ 46431 h 195118"/>
                <a:gd name="connsiteX2" fmla="*/ 1030072 w 1210978"/>
                <a:gd name="connsiteY2" fmla="*/ 148696 h 195118"/>
                <a:gd name="connsiteX3" fmla="*/ 1045838 w 1210978"/>
                <a:gd name="connsiteY3" fmla="*/ 165281 h 195118"/>
                <a:gd name="connsiteX4" fmla="*/ 1061587 w 1210978"/>
                <a:gd name="connsiteY4" fmla="*/ 148696 h 195118"/>
                <a:gd name="connsiteX5" fmla="*/ 1061587 w 1210978"/>
                <a:gd name="connsiteY5" fmla="*/ 46431 h 195118"/>
                <a:gd name="connsiteX6" fmla="*/ 1045838 w 1210978"/>
                <a:gd name="connsiteY6" fmla="*/ 29584 h 195118"/>
                <a:gd name="connsiteX7" fmla="*/ 918583 w 1210978"/>
                <a:gd name="connsiteY7" fmla="*/ 29584 h 195118"/>
                <a:gd name="connsiteX8" fmla="*/ 902830 w 1210978"/>
                <a:gd name="connsiteY8" fmla="*/ 46431 h 195118"/>
                <a:gd name="connsiteX9" fmla="*/ 902830 w 1210978"/>
                <a:gd name="connsiteY9" fmla="*/ 148696 h 195118"/>
                <a:gd name="connsiteX10" fmla="*/ 918583 w 1210978"/>
                <a:gd name="connsiteY10" fmla="*/ 165281 h 195118"/>
                <a:gd name="connsiteX11" fmla="*/ 934332 w 1210978"/>
                <a:gd name="connsiteY11" fmla="*/ 148696 h 195118"/>
                <a:gd name="connsiteX12" fmla="*/ 934332 w 1210978"/>
                <a:gd name="connsiteY12" fmla="*/ 46431 h 195118"/>
                <a:gd name="connsiteX13" fmla="*/ 918583 w 1210978"/>
                <a:gd name="connsiteY13" fmla="*/ 29584 h 195118"/>
                <a:gd name="connsiteX14" fmla="*/ 174510 w 1210978"/>
                <a:gd name="connsiteY14" fmla="*/ 29584 h 195118"/>
                <a:gd name="connsiteX15" fmla="*/ 158757 w 1210978"/>
                <a:gd name="connsiteY15" fmla="*/ 46431 h 195118"/>
                <a:gd name="connsiteX16" fmla="*/ 158757 w 1210978"/>
                <a:gd name="connsiteY16" fmla="*/ 148696 h 195118"/>
                <a:gd name="connsiteX17" fmla="*/ 174510 w 1210978"/>
                <a:gd name="connsiteY17" fmla="*/ 165281 h 195118"/>
                <a:gd name="connsiteX18" fmla="*/ 190272 w 1210978"/>
                <a:gd name="connsiteY18" fmla="*/ 148696 h 195118"/>
                <a:gd name="connsiteX19" fmla="*/ 190272 w 1210978"/>
                <a:gd name="connsiteY19" fmla="*/ 46431 h 195118"/>
                <a:gd name="connsiteX20" fmla="*/ 174510 w 1210978"/>
                <a:gd name="connsiteY20" fmla="*/ 29584 h 195118"/>
                <a:gd name="connsiteX21" fmla="*/ 1125839 w 1210978"/>
                <a:gd name="connsiteY21" fmla="*/ 2994 h 195118"/>
                <a:gd name="connsiteX22" fmla="*/ 1157352 w 1210978"/>
                <a:gd name="connsiteY22" fmla="*/ 2994 h 195118"/>
                <a:gd name="connsiteX23" fmla="*/ 1157352 w 1210978"/>
                <a:gd name="connsiteY23" fmla="*/ 164396 h 195118"/>
                <a:gd name="connsiteX24" fmla="*/ 1210978 w 1210978"/>
                <a:gd name="connsiteY24" fmla="*/ 164396 h 195118"/>
                <a:gd name="connsiteX25" fmla="*/ 1210978 w 1210978"/>
                <a:gd name="connsiteY25" fmla="*/ 193688 h 195118"/>
                <a:gd name="connsiteX26" fmla="*/ 1125839 w 1210978"/>
                <a:gd name="connsiteY26" fmla="*/ 193688 h 195118"/>
                <a:gd name="connsiteX27" fmla="*/ 744072 w 1210978"/>
                <a:gd name="connsiteY27" fmla="*/ 2994 h 195118"/>
                <a:gd name="connsiteX28" fmla="*/ 775587 w 1210978"/>
                <a:gd name="connsiteY28" fmla="*/ 2994 h 195118"/>
                <a:gd name="connsiteX29" fmla="*/ 775587 w 1210978"/>
                <a:gd name="connsiteY29" fmla="*/ 82026 h 195118"/>
                <a:gd name="connsiteX30" fmla="*/ 807101 w 1210978"/>
                <a:gd name="connsiteY30" fmla="*/ 82026 h 195118"/>
                <a:gd name="connsiteX31" fmla="*/ 807101 w 1210978"/>
                <a:gd name="connsiteY31" fmla="*/ 2994 h 195118"/>
                <a:gd name="connsiteX32" fmla="*/ 838603 w 1210978"/>
                <a:gd name="connsiteY32" fmla="*/ 2994 h 195118"/>
                <a:gd name="connsiteX33" fmla="*/ 838603 w 1210978"/>
                <a:gd name="connsiteY33" fmla="*/ 193688 h 195118"/>
                <a:gd name="connsiteX34" fmla="*/ 807101 w 1210978"/>
                <a:gd name="connsiteY34" fmla="*/ 193688 h 195118"/>
                <a:gd name="connsiteX35" fmla="*/ 807101 w 1210978"/>
                <a:gd name="connsiteY35" fmla="*/ 111328 h 195118"/>
                <a:gd name="connsiteX36" fmla="*/ 775587 w 1210978"/>
                <a:gd name="connsiteY36" fmla="*/ 111328 h 195118"/>
                <a:gd name="connsiteX37" fmla="*/ 775587 w 1210978"/>
                <a:gd name="connsiteY37" fmla="*/ 193688 h 195118"/>
                <a:gd name="connsiteX38" fmla="*/ 744072 w 1210978"/>
                <a:gd name="connsiteY38" fmla="*/ 193688 h 195118"/>
                <a:gd name="connsiteX39" fmla="*/ 381767 w 1210978"/>
                <a:gd name="connsiteY39" fmla="*/ 2994 h 195118"/>
                <a:gd name="connsiteX40" fmla="*/ 466881 w 1210978"/>
                <a:gd name="connsiteY40" fmla="*/ 2994 h 195118"/>
                <a:gd name="connsiteX41" fmla="*/ 466881 w 1210978"/>
                <a:gd name="connsiteY41" fmla="*/ 32287 h 195118"/>
                <a:gd name="connsiteX42" fmla="*/ 413255 w 1210978"/>
                <a:gd name="connsiteY42" fmla="*/ 32287 h 195118"/>
                <a:gd name="connsiteX43" fmla="*/ 413255 w 1210978"/>
                <a:gd name="connsiteY43" fmla="*/ 82026 h 195118"/>
                <a:gd name="connsiteX44" fmla="*/ 458602 w 1210978"/>
                <a:gd name="connsiteY44" fmla="*/ 82026 h 195118"/>
                <a:gd name="connsiteX45" fmla="*/ 458602 w 1210978"/>
                <a:gd name="connsiteY45" fmla="*/ 111328 h 195118"/>
                <a:gd name="connsiteX46" fmla="*/ 413255 w 1210978"/>
                <a:gd name="connsiteY46" fmla="*/ 111328 h 195118"/>
                <a:gd name="connsiteX47" fmla="*/ 413255 w 1210978"/>
                <a:gd name="connsiteY47" fmla="*/ 164396 h 195118"/>
                <a:gd name="connsiteX48" fmla="*/ 466881 w 1210978"/>
                <a:gd name="connsiteY48" fmla="*/ 164396 h 195118"/>
                <a:gd name="connsiteX49" fmla="*/ 466881 w 1210978"/>
                <a:gd name="connsiteY49" fmla="*/ 193688 h 195118"/>
                <a:gd name="connsiteX50" fmla="*/ 381767 w 1210978"/>
                <a:gd name="connsiteY50" fmla="*/ 193688 h 195118"/>
                <a:gd name="connsiteX51" fmla="*/ 0 w 1210978"/>
                <a:gd name="connsiteY51" fmla="*/ 2994 h 195118"/>
                <a:gd name="connsiteX52" fmla="*/ 31515 w 1210978"/>
                <a:gd name="connsiteY52" fmla="*/ 2994 h 195118"/>
                <a:gd name="connsiteX53" fmla="*/ 31515 w 1210978"/>
                <a:gd name="connsiteY53" fmla="*/ 82026 h 195118"/>
                <a:gd name="connsiteX54" fmla="*/ 63030 w 1210978"/>
                <a:gd name="connsiteY54" fmla="*/ 82026 h 195118"/>
                <a:gd name="connsiteX55" fmla="*/ 63030 w 1210978"/>
                <a:gd name="connsiteY55" fmla="*/ 2994 h 195118"/>
                <a:gd name="connsiteX56" fmla="*/ 94519 w 1210978"/>
                <a:gd name="connsiteY56" fmla="*/ 2994 h 195118"/>
                <a:gd name="connsiteX57" fmla="*/ 94519 w 1210978"/>
                <a:gd name="connsiteY57" fmla="*/ 193688 h 195118"/>
                <a:gd name="connsiteX58" fmla="*/ 63030 w 1210978"/>
                <a:gd name="connsiteY58" fmla="*/ 193688 h 195118"/>
                <a:gd name="connsiteX59" fmla="*/ 63030 w 1210978"/>
                <a:gd name="connsiteY59" fmla="*/ 111328 h 195118"/>
                <a:gd name="connsiteX60" fmla="*/ 31515 w 1210978"/>
                <a:gd name="connsiteY60" fmla="*/ 111328 h 195118"/>
                <a:gd name="connsiteX61" fmla="*/ 31515 w 1210978"/>
                <a:gd name="connsiteY61" fmla="*/ 193688 h 195118"/>
                <a:gd name="connsiteX62" fmla="*/ 0 w 1210978"/>
                <a:gd name="connsiteY62" fmla="*/ 193688 h 195118"/>
                <a:gd name="connsiteX63" fmla="*/ 1045838 w 1210978"/>
                <a:gd name="connsiteY63" fmla="*/ 0 h 195118"/>
                <a:gd name="connsiteX64" fmla="*/ 1093102 w 1210978"/>
                <a:gd name="connsiteY64" fmla="*/ 46431 h 195118"/>
                <a:gd name="connsiteX65" fmla="*/ 1093102 w 1210978"/>
                <a:gd name="connsiteY65" fmla="*/ 147585 h 195118"/>
                <a:gd name="connsiteX66" fmla="*/ 1045838 w 1210978"/>
                <a:gd name="connsiteY66" fmla="*/ 195118 h 195118"/>
                <a:gd name="connsiteX67" fmla="*/ 998583 w 1210978"/>
                <a:gd name="connsiteY67" fmla="*/ 148696 h 195118"/>
                <a:gd name="connsiteX68" fmla="*/ 998583 w 1210978"/>
                <a:gd name="connsiteY68" fmla="*/ 47533 h 195118"/>
                <a:gd name="connsiteX69" fmla="*/ 1045838 w 1210978"/>
                <a:gd name="connsiteY69" fmla="*/ 0 h 195118"/>
                <a:gd name="connsiteX70" fmla="*/ 918583 w 1210978"/>
                <a:gd name="connsiteY70" fmla="*/ 0 h 195118"/>
                <a:gd name="connsiteX71" fmla="*/ 965847 w 1210978"/>
                <a:gd name="connsiteY71" fmla="*/ 46431 h 195118"/>
                <a:gd name="connsiteX72" fmla="*/ 965847 w 1210978"/>
                <a:gd name="connsiteY72" fmla="*/ 147585 h 195118"/>
                <a:gd name="connsiteX73" fmla="*/ 918583 w 1210978"/>
                <a:gd name="connsiteY73" fmla="*/ 195118 h 195118"/>
                <a:gd name="connsiteX74" fmla="*/ 871328 w 1210978"/>
                <a:gd name="connsiteY74" fmla="*/ 148696 h 195118"/>
                <a:gd name="connsiteX75" fmla="*/ 871328 w 1210978"/>
                <a:gd name="connsiteY75" fmla="*/ 47533 h 195118"/>
                <a:gd name="connsiteX76" fmla="*/ 918583 w 1210978"/>
                <a:gd name="connsiteY76" fmla="*/ 0 h 195118"/>
                <a:gd name="connsiteX77" fmla="*/ 664081 w 1210978"/>
                <a:gd name="connsiteY77" fmla="*/ 0 h 195118"/>
                <a:gd name="connsiteX78" fmla="*/ 711347 w 1210978"/>
                <a:gd name="connsiteY78" fmla="*/ 46431 h 195118"/>
                <a:gd name="connsiteX79" fmla="*/ 711347 w 1210978"/>
                <a:gd name="connsiteY79" fmla="*/ 67442 h 195118"/>
                <a:gd name="connsiteX80" fmla="*/ 679832 w 1210978"/>
                <a:gd name="connsiteY80" fmla="*/ 67442 h 195118"/>
                <a:gd name="connsiteX81" fmla="*/ 679832 w 1210978"/>
                <a:gd name="connsiteY81" fmla="*/ 46431 h 195118"/>
                <a:gd name="connsiteX82" fmla="*/ 664081 w 1210978"/>
                <a:gd name="connsiteY82" fmla="*/ 29584 h 195118"/>
                <a:gd name="connsiteX83" fmla="*/ 648318 w 1210978"/>
                <a:gd name="connsiteY83" fmla="*/ 46431 h 195118"/>
                <a:gd name="connsiteX84" fmla="*/ 648318 w 1210978"/>
                <a:gd name="connsiteY84" fmla="*/ 148696 h 195118"/>
                <a:gd name="connsiteX85" fmla="*/ 664081 w 1210978"/>
                <a:gd name="connsiteY85" fmla="*/ 165281 h 195118"/>
                <a:gd name="connsiteX86" fmla="*/ 679832 w 1210978"/>
                <a:gd name="connsiteY86" fmla="*/ 148696 h 195118"/>
                <a:gd name="connsiteX87" fmla="*/ 679832 w 1210978"/>
                <a:gd name="connsiteY87" fmla="*/ 125481 h 195118"/>
                <a:gd name="connsiteX88" fmla="*/ 711347 w 1210978"/>
                <a:gd name="connsiteY88" fmla="*/ 125481 h 195118"/>
                <a:gd name="connsiteX89" fmla="*/ 711347 w 1210978"/>
                <a:gd name="connsiteY89" fmla="*/ 147585 h 195118"/>
                <a:gd name="connsiteX90" fmla="*/ 664081 w 1210978"/>
                <a:gd name="connsiteY90" fmla="*/ 195118 h 195118"/>
                <a:gd name="connsiteX91" fmla="*/ 616816 w 1210978"/>
                <a:gd name="connsiteY91" fmla="*/ 148696 h 195118"/>
                <a:gd name="connsiteX92" fmla="*/ 616816 w 1210978"/>
                <a:gd name="connsiteY92" fmla="*/ 47533 h 195118"/>
                <a:gd name="connsiteX93" fmla="*/ 664081 w 1210978"/>
                <a:gd name="connsiteY93" fmla="*/ 0 h 195118"/>
                <a:gd name="connsiteX94" fmla="*/ 540074 w 1210978"/>
                <a:gd name="connsiteY94" fmla="*/ 0 h 195118"/>
                <a:gd name="connsiteX95" fmla="*/ 587629 w 1210978"/>
                <a:gd name="connsiteY95" fmla="*/ 45320 h 195118"/>
                <a:gd name="connsiteX96" fmla="*/ 587629 w 1210978"/>
                <a:gd name="connsiteY96" fmla="*/ 58039 h 195118"/>
                <a:gd name="connsiteX97" fmla="*/ 555836 w 1210978"/>
                <a:gd name="connsiteY97" fmla="*/ 58039 h 195118"/>
                <a:gd name="connsiteX98" fmla="*/ 555836 w 1210978"/>
                <a:gd name="connsiteY98" fmla="*/ 45320 h 195118"/>
                <a:gd name="connsiteX99" fmla="*/ 540074 w 1210978"/>
                <a:gd name="connsiteY99" fmla="*/ 29584 h 195118"/>
                <a:gd name="connsiteX100" fmla="*/ 524056 w 1210978"/>
                <a:gd name="connsiteY100" fmla="*/ 45320 h 195118"/>
                <a:gd name="connsiteX101" fmla="*/ 524056 w 1210978"/>
                <a:gd name="connsiteY101" fmla="*/ 51679 h 195118"/>
                <a:gd name="connsiteX102" fmla="*/ 532890 w 1210978"/>
                <a:gd name="connsiteY102" fmla="*/ 69656 h 195118"/>
                <a:gd name="connsiteX103" fmla="*/ 570489 w 1210978"/>
                <a:gd name="connsiteY103" fmla="*/ 101154 h 195118"/>
                <a:gd name="connsiteX104" fmla="*/ 587629 w 1210978"/>
                <a:gd name="connsiteY104" fmla="*/ 135987 h 195118"/>
                <a:gd name="connsiteX105" fmla="*/ 587629 w 1210978"/>
                <a:gd name="connsiteY105" fmla="*/ 150901 h 195118"/>
                <a:gd name="connsiteX106" fmla="*/ 540074 w 1210978"/>
                <a:gd name="connsiteY106" fmla="*/ 195118 h 195118"/>
                <a:gd name="connsiteX107" fmla="*/ 492554 w 1210978"/>
                <a:gd name="connsiteY107" fmla="*/ 151452 h 195118"/>
                <a:gd name="connsiteX108" fmla="*/ 492554 w 1210978"/>
                <a:gd name="connsiteY108" fmla="*/ 138182 h 195118"/>
                <a:gd name="connsiteX109" fmla="*/ 524056 w 1210978"/>
                <a:gd name="connsiteY109" fmla="*/ 138182 h 195118"/>
                <a:gd name="connsiteX110" fmla="*/ 524056 w 1210978"/>
                <a:gd name="connsiteY110" fmla="*/ 148696 h 195118"/>
                <a:gd name="connsiteX111" fmla="*/ 540074 w 1210978"/>
                <a:gd name="connsiteY111" fmla="*/ 165281 h 195118"/>
                <a:gd name="connsiteX112" fmla="*/ 555836 w 1210978"/>
                <a:gd name="connsiteY112" fmla="*/ 148696 h 195118"/>
                <a:gd name="connsiteX113" fmla="*/ 555836 w 1210978"/>
                <a:gd name="connsiteY113" fmla="*/ 142066 h 195118"/>
                <a:gd name="connsiteX114" fmla="*/ 546166 w 1210978"/>
                <a:gd name="connsiteY114" fmla="*/ 121055 h 195118"/>
                <a:gd name="connsiteX115" fmla="*/ 508571 w 1210978"/>
                <a:gd name="connsiteY115" fmla="*/ 89547 h 195118"/>
                <a:gd name="connsiteX116" fmla="*/ 492554 w 1210978"/>
                <a:gd name="connsiteY116" fmla="*/ 54724 h 195118"/>
                <a:gd name="connsiteX117" fmla="*/ 492554 w 1210978"/>
                <a:gd name="connsiteY117" fmla="*/ 45320 h 195118"/>
                <a:gd name="connsiteX118" fmla="*/ 540074 w 1210978"/>
                <a:gd name="connsiteY118" fmla="*/ 0 h 195118"/>
                <a:gd name="connsiteX119" fmla="*/ 301766 w 1210978"/>
                <a:gd name="connsiteY119" fmla="*/ 0 h 195118"/>
                <a:gd name="connsiteX120" fmla="*/ 349030 w 1210978"/>
                <a:gd name="connsiteY120" fmla="*/ 46431 h 195118"/>
                <a:gd name="connsiteX121" fmla="*/ 349030 w 1210978"/>
                <a:gd name="connsiteY121" fmla="*/ 60252 h 195118"/>
                <a:gd name="connsiteX122" fmla="*/ 317528 w 1210978"/>
                <a:gd name="connsiteY122" fmla="*/ 60252 h 195118"/>
                <a:gd name="connsiteX123" fmla="*/ 317528 w 1210978"/>
                <a:gd name="connsiteY123" fmla="*/ 46431 h 195118"/>
                <a:gd name="connsiteX124" fmla="*/ 301766 w 1210978"/>
                <a:gd name="connsiteY124" fmla="*/ 29584 h 195118"/>
                <a:gd name="connsiteX125" fmla="*/ 286013 w 1210978"/>
                <a:gd name="connsiteY125" fmla="*/ 46431 h 195118"/>
                <a:gd name="connsiteX126" fmla="*/ 286013 w 1210978"/>
                <a:gd name="connsiteY126" fmla="*/ 148696 h 195118"/>
                <a:gd name="connsiteX127" fmla="*/ 301766 w 1210978"/>
                <a:gd name="connsiteY127" fmla="*/ 165281 h 195118"/>
                <a:gd name="connsiteX128" fmla="*/ 317528 w 1210978"/>
                <a:gd name="connsiteY128" fmla="*/ 148696 h 195118"/>
                <a:gd name="connsiteX129" fmla="*/ 317528 w 1210978"/>
                <a:gd name="connsiteY129" fmla="*/ 113873 h 195118"/>
                <a:gd name="connsiteX130" fmla="*/ 299841 w 1210978"/>
                <a:gd name="connsiteY130" fmla="*/ 113873 h 195118"/>
                <a:gd name="connsiteX131" fmla="*/ 299841 w 1210978"/>
                <a:gd name="connsiteY131" fmla="*/ 85401 h 195118"/>
                <a:gd name="connsiteX132" fmla="*/ 349030 w 1210978"/>
                <a:gd name="connsiteY132" fmla="*/ 85401 h 195118"/>
                <a:gd name="connsiteX133" fmla="*/ 349030 w 1210978"/>
                <a:gd name="connsiteY133" fmla="*/ 147585 h 195118"/>
                <a:gd name="connsiteX134" fmla="*/ 301766 w 1210978"/>
                <a:gd name="connsiteY134" fmla="*/ 195118 h 195118"/>
                <a:gd name="connsiteX135" fmla="*/ 254511 w 1210978"/>
                <a:gd name="connsiteY135" fmla="*/ 148696 h 195118"/>
                <a:gd name="connsiteX136" fmla="*/ 254511 w 1210978"/>
                <a:gd name="connsiteY136" fmla="*/ 47533 h 195118"/>
                <a:gd name="connsiteX137" fmla="*/ 301766 w 1210978"/>
                <a:gd name="connsiteY137" fmla="*/ 0 h 195118"/>
                <a:gd name="connsiteX138" fmla="*/ 174510 w 1210978"/>
                <a:gd name="connsiteY138" fmla="*/ 0 h 195118"/>
                <a:gd name="connsiteX139" fmla="*/ 221774 w 1210978"/>
                <a:gd name="connsiteY139" fmla="*/ 46431 h 195118"/>
                <a:gd name="connsiteX140" fmla="*/ 221774 w 1210978"/>
                <a:gd name="connsiteY140" fmla="*/ 147585 h 195118"/>
                <a:gd name="connsiteX141" fmla="*/ 174510 w 1210978"/>
                <a:gd name="connsiteY141" fmla="*/ 195118 h 195118"/>
                <a:gd name="connsiteX142" fmla="*/ 127255 w 1210978"/>
                <a:gd name="connsiteY142" fmla="*/ 148696 h 195118"/>
                <a:gd name="connsiteX143" fmla="*/ 127255 w 1210978"/>
                <a:gd name="connsiteY143" fmla="*/ 47533 h 195118"/>
                <a:gd name="connsiteX144" fmla="*/ 174510 w 1210978"/>
                <a:gd name="connsiteY144" fmla="*/ 0 h 19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1210978" h="195118">
                  <a:moveTo>
                    <a:pt x="1045838" y="29584"/>
                  </a:moveTo>
                  <a:cubicBezTo>
                    <a:pt x="1036167" y="29584"/>
                    <a:pt x="1030072" y="35925"/>
                    <a:pt x="1030072" y="46431"/>
                  </a:cubicBezTo>
                  <a:lnTo>
                    <a:pt x="1030072" y="148696"/>
                  </a:lnTo>
                  <a:cubicBezTo>
                    <a:pt x="1030072" y="159193"/>
                    <a:pt x="1036167" y="165281"/>
                    <a:pt x="1045838" y="165281"/>
                  </a:cubicBezTo>
                  <a:cubicBezTo>
                    <a:pt x="1055509" y="165281"/>
                    <a:pt x="1061587" y="159193"/>
                    <a:pt x="1061587" y="148696"/>
                  </a:cubicBezTo>
                  <a:cubicBezTo>
                    <a:pt x="1061587" y="148696"/>
                    <a:pt x="1061587" y="46431"/>
                    <a:pt x="1061587" y="46431"/>
                  </a:cubicBezTo>
                  <a:cubicBezTo>
                    <a:pt x="1061587" y="35925"/>
                    <a:pt x="1055509" y="29584"/>
                    <a:pt x="1045838" y="29584"/>
                  </a:cubicBezTo>
                  <a:close/>
                  <a:moveTo>
                    <a:pt x="918583" y="29584"/>
                  </a:moveTo>
                  <a:cubicBezTo>
                    <a:pt x="908912" y="29584"/>
                    <a:pt x="902830" y="35925"/>
                    <a:pt x="902830" y="46431"/>
                  </a:cubicBezTo>
                  <a:lnTo>
                    <a:pt x="902830" y="148696"/>
                  </a:lnTo>
                  <a:cubicBezTo>
                    <a:pt x="902830" y="159193"/>
                    <a:pt x="908912" y="165281"/>
                    <a:pt x="918583" y="165281"/>
                  </a:cubicBezTo>
                  <a:cubicBezTo>
                    <a:pt x="928254" y="165281"/>
                    <a:pt x="934332" y="159193"/>
                    <a:pt x="934332" y="148696"/>
                  </a:cubicBezTo>
                  <a:cubicBezTo>
                    <a:pt x="934332" y="148696"/>
                    <a:pt x="934332" y="46431"/>
                    <a:pt x="934332" y="46431"/>
                  </a:cubicBezTo>
                  <a:cubicBezTo>
                    <a:pt x="934332" y="35925"/>
                    <a:pt x="928254" y="29584"/>
                    <a:pt x="918583" y="29584"/>
                  </a:cubicBezTo>
                  <a:close/>
                  <a:moveTo>
                    <a:pt x="174510" y="29584"/>
                  </a:moveTo>
                  <a:cubicBezTo>
                    <a:pt x="164839" y="29584"/>
                    <a:pt x="158757" y="35925"/>
                    <a:pt x="158757" y="46431"/>
                  </a:cubicBezTo>
                  <a:lnTo>
                    <a:pt x="158757" y="148696"/>
                  </a:lnTo>
                  <a:cubicBezTo>
                    <a:pt x="158757" y="159193"/>
                    <a:pt x="164839" y="165281"/>
                    <a:pt x="174510" y="165281"/>
                  </a:cubicBezTo>
                  <a:cubicBezTo>
                    <a:pt x="184181" y="165281"/>
                    <a:pt x="190272" y="159193"/>
                    <a:pt x="190272" y="148696"/>
                  </a:cubicBezTo>
                  <a:cubicBezTo>
                    <a:pt x="190272" y="148696"/>
                    <a:pt x="190272" y="46431"/>
                    <a:pt x="190272" y="46431"/>
                  </a:cubicBezTo>
                  <a:cubicBezTo>
                    <a:pt x="190272" y="35925"/>
                    <a:pt x="184181" y="29584"/>
                    <a:pt x="174510" y="29584"/>
                  </a:cubicBezTo>
                  <a:close/>
                  <a:moveTo>
                    <a:pt x="1125839" y="2994"/>
                  </a:moveTo>
                  <a:cubicBezTo>
                    <a:pt x="1125839" y="2994"/>
                    <a:pt x="1157352" y="2994"/>
                    <a:pt x="1157352" y="2994"/>
                  </a:cubicBezTo>
                  <a:lnTo>
                    <a:pt x="1157352" y="164396"/>
                  </a:lnTo>
                  <a:lnTo>
                    <a:pt x="1210978" y="164396"/>
                  </a:lnTo>
                  <a:lnTo>
                    <a:pt x="1210978" y="193688"/>
                  </a:lnTo>
                  <a:lnTo>
                    <a:pt x="1125839" y="193688"/>
                  </a:lnTo>
                  <a:close/>
                  <a:moveTo>
                    <a:pt x="744072" y="2994"/>
                  </a:moveTo>
                  <a:lnTo>
                    <a:pt x="775587" y="2994"/>
                  </a:lnTo>
                  <a:lnTo>
                    <a:pt x="775587" y="82026"/>
                  </a:lnTo>
                  <a:lnTo>
                    <a:pt x="807101" y="82026"/>
                  </a:lnTo>
                  <a:lnTo>
                    <a:pt x="807101" y="2994"/>
                  </a:lnTo>
                  <a:cubicBezTo>
                    <a:pt x="807101" y="2994"/>
                    <a:pt x="838603" y="2994"/>
                    <a:pt x="838603" y="2994"/>
                  </a:cubicBezTo>
                  <a:lnTo>
                    <a:pt x="838603" y="193688"/>
                  </a:lnTo>
                  <a:lnTo>
                    <a:pt x="807101" y="193688"/>
                  </a:lnTo>
                  <a:lnTo>
                    <a:pt x="807101" y="111328"/>
                  </a:lnTo>
                  <a:lnTo>
                    <a:pt x="775587" y="111328"/>
                  </a:lnTo>
                  <a:lnTo>
                    <a:pt x="775587" y="193688"/>
                  </a:lnTo>
                  <a:lnTo>
                    <a:pt x="744072" y="193688"/>
                  </a:lnTo>
                  <a:close/>
                  <a:moveTo>
                    <a:pt x="381767" y="2994"/>
                  </a:moveTo>
                  <a:cubicBezTo>
                    <a:pt x="381767" y="2994"/>
                    <a:pt x="466881" y="2994"/>
                    <a:pt x="466881" y="2994"/>
                  </a:cubicBezTo>
                  <a:lnTo>
                    <a:pt x="466881" y="32287"/>
                  </a:lnTo>
                  <a:lnTo>
                    <a:pt x="413255" y="32287"/>
                  </a:lnTo>
                  <a:lnTo>
                    <a:pt x="413255" y="82026"/>
                  </a:lnTo>
                  <a:lnTo>
                    <a:pt x="458602" y="82026"/>
                  </a:lnTo>
                  <a:lnTo>
                    <a:pt x="458602" y="111328"/>
                  </a:lnTo>
                  <a:lnTo>
                    <a:pt x="413255" y="111328"/>
                  </a:lnTo>
                  <a:lnTo>
                    <a:pt x="413255" y="164396"/>
                  </a:lnTo>
                  <a:lnTo>
                    <a:pt x="466881" y="164396"/>
                  </a:lnTo>
                  <a:lnTo>
                    <a:pt x="466881" y="193688"/>
                  </a:lnTo>
                  <a:lnTo>
                    <a:pt x="381767" y="193688"/>
                  </a:lnTo>
                  <a:close/>
                  <a:moveTo>
                    <a:pt x="0" y="2994"/>
                  </a:moveTo>
                  <a:lnTo>
                    <a:pt x="31515" y="2994"/>
                  </a:lnTo>
                  <a:lnTo>
                    <a:pt x="31515" y="82026"/>
                  </a:lnTo>
                  <a:lnTo>
                    <a:pt x="63030" y="82026"/>
                  </a:lnTo>
                  <a:lnTo>
                    <a:pt x="63030" y="2994"/>
                  </a:lnTo>
                  <a:cubicBezTo>
                    <a:pt x="63030" y="2994"/>
                    <a:pt x="94519" y="2994"/>
                    <a:pt x="94519" y="2994"/>
                  </a:cubicBezTo>
                  <a:lnTo>
                    <a:pt x="94519" y="193688"/>
                  </a:lnTo>
                  <a:lnTo>
                    <a:pt x="63030" y="193688"/>
                  </a:lnTo>
                  <a:lnTo>
                    <a:pt x="63030" y="111328"/>
                  </a:lnTo>
                  <a:lnTo>
                    <a:pt x="31515" y="111328"/>
                  </a:lnTo>
                  <a:lnTo>
                    <a:pt x="31515" y="193688"/>
                  </a:lnTo>
                  <a:lnTo>
                    <a:pt x="0" y="193688"/>
                  </a:lnTo>
                  <a:close/>
                  <a:moveTo>
                    <a:pt x="1045838" y="0"/>
                  </a:moveTo>
                  <a:cubicBezTo>
                    <a:pt x="1072093" y="0"/>
                    <a:pt x="1093102" y="15754"/>
                    <a:pt x="1093102" y="46431"/>
                  </a:cubicBezTo>
                  <a:lnTo>
                    <a:pt x="1093102" y="147585"/>
                  </a:lnTo>
                  <a:cubicBezTo>
                    <a:pt x="1093102" y="179093"/>
                    <a:pt x="1072093" y="195118"/>
                    <a:pt x="1045838" y="195118"/>
                  </a:cubicBezTo>
                  <a:cubicBezTo>
                    <a:pt x="1019578" y="195118"/>
                    <a:pt x="998583" y="179093"/>
                    <a:pt x="998583" y="148696"/>
                  </a:cubicBezTo>
                  <a:lnTo>
                    <a:pt x="998583" y="47533"/>
                  </a:lnTo>
                  <a:cubicBezTo>
                    <a:pt x="998583" y="15754"/>
                    <a:pt x="1019578" y="0"/>
                    <a:pt x="1045838" y="0"/>
                  </a:cubicBezTo>
                  <a:close/>
                  <a:moveTo>
                    <a:pt x="918583" y="0"/>
                  </a:moveTo>
                  <a:cubicBezTo>
                    <a:pt x="944838" y="0"/>
                    <a:pt x="965847" y="15754"/>
                    <a:pt x="965847" y="46431"/>
                  </a:cubicBezTo>
                  <a:lnTo>
                    <a:pt x="965847" y="147585"/>
                  </a:lnTo>
                  <a:cubicBezTo>
                    <a:pt x="965847" y="179093"/>
                    <a:pt x="944838" y="195118"/>
                    <a:pt x="918583" y="195118"/>
                  </a:cubicBezTo>
                  <a:cubicBezTo>
                    <a:pt x="892336" y="195118"/>
                    <a:pt x="871328" y="179093"/>
                    <a:pt x="871328" y="148696"/>
                  </a:cubicBezTo>
                  <a:lnTo>
                    <a:pt x="871328" y="47533"/>
                  </a:lnTo>
                  <a:cubicBezTo>
                    <a:pt x="871328" y="15754"/>
                    <a:pt x="892336" y="0"/>
                    <a:pt x="918583" y="0"/>
                  </a:cubicBezTo>
                  <a:close/>
                  <a:moveTo>
                    <a:pt x="664081" y="0"/>
                  </a:moveTo>
                  <a:cubicBezTo>
                    <a:pt x="690336" y="0"/>
                    <a:pt x="711347" y="15754"/>
                    <a:pt x="711347" y="46431"/>
                  </a:cubicBezTo>
                  <a:lnTo>
                    <a:pt x="711347" y="67442"/>
                  </a:lnTo>
                  <a:lnTo>
                    <a:pt x="679832" y="67442"/>
                  </a:lnTo>
                  <a:lnTo>
                    <a:pt x="679832" y="46431"/>
                  </a:lnTo>
                  <a:cubicBezTo>
                    <a:pt x="679832" y="35925"/>
                    <a:pt x="673753" y="29584"/>
                    <a:pt x="664081" y="29584"/>
                  </a:cubicBezTo>
                  <a:cubicBezTo>
                    <a:pt x="654410" y="29584"/>
                    <a:pt x="648318" y="35925"/>
                    <a:pt x="648318" y="46431"/>
                  </a:cubicBezTo>
                  <a:lnTo>
                    <a:pt x="648318" y="148696"/>
                  </a:lnTo>
                  <a:cubicBezTo>
                    <a:pt x="648318" y="159193"/>
                    <a:pt x="654410" y="165281"/>
                    <a:pt x="664081" y="165281"/>
                  </a:cubicBezTo>
                  <a:cubicBezTo>
                    <a:pt x="673753" y="165281"/>
                    <a:pt x="679832" y="159193"/>
                    <a:pt x="679832" y="148696"/>
                  </a:cubicBezTo>
                  <a:lnTo>
                    <a:pt x="679832" y="125481"/>
                  </a:lnTo>
                  <a:lnTo>
                    <a:pt x="711347" y="125481"/>
                  </a:lnTo>
                  <a:lnTo>
                    <a:pt x="711347" y="147585"/>
                  </a:lnTo>
                  <a:cubicBezTo>
                    <a:pt x="711347" y="179093"/>
                    <a:pt x="690336" y="195118"/>
                    <a:pt x="664081" y="195118"/>
                  </a:cubicBezTo>
                  <a:cubicBezTo>
                    <a:pt x="637827" y="195118"/>
                    <a:pt x="616816" y="179093"/>
                    <a:pt x="616816" y="148696"/>
                  </a:cubicBezTo>
                  <a:lnTo>
                    <a:pt x="616816" y="47533"/>
                  </a:lnTo>
                  <a:cubicBezTo>
                    <a:pt x="616816" y="15754"/>
                    <a:pt x="637827" y="0"/>
                    <a:pt x="664081" y="0"/>
                  </a:cubicBezTo>
                  <a:close/>
                  <a:moveTo>
                    <a:pt x="540074" y="0"/>
                  </a:moveTo>
                  <a:cubicBezTo>
                    <a:pt x="568552" y="0"/>
                    <a:pt x="587629" y="17967"/>
                    <a:pt x="587629" y="45320"/>
                  </a:cubicBezTo>
                  <a:lnTo>
                    <a:pt x="587629" y="58039"/>
                  </a:lnTo>
                  <a:lnTo>
                    <a:pt x="555836" y="58039"/>
                  </a:lnTo>
                  <a:lnTo>
                    <a:pt x="555836" y="45320"/>
                  </a:lnTo>
                  <a:cubicBezTo>
                    <a:pt x="555836" y="35925"/>
                    <a:pt x="549476" y="29584"/>
                    <a:pt x="540074" y="29584"/>
                  </a:cubicBezTo>
                  <a:cubicBezTo>
                    <a:pt x="531513" y="29584"/>
                    <a:pt x="524056" y="35925"/>
                    <a:pt x="524056" y="45320"/>
                  </a:cubicBezTo>
                  <a:lnTo>
                    <a:pt x="524056" y="51679"/>
                  </a:lnTo>
                  <a:cubicBezTo>
                    <a:pt x="524056" y="60252"/>
                    <a:pt x="527366" y="64949"/>
                    <a:pt x="532890" y="69656"/>
                  </a:cubicBezTo>
                  <a:lnTo>
                    <a:pt x="570489" y="101154"/>
                  </a:lnTo>
                  <a:cubicBezTo>
                    <a:pt x="582092" y="110829"/>
                    <a:pt x="587629" y="120775"/>
                    <a:pt x="587629" y="135987"/>
                  </a:cubicBezTo>
                  <a:lnTo>
                    <a:pt x="587629" y="150901"/>
                  </a:lnTo>
                  <a:cubicBezTo>
                    <a:pt x="587629" y="176329"/>
                    <a:pt x="566343" y="195118"/>
                    <a:pt x="540074" y="195118"/>
                  </a:cubicBezTo>
                  <a:cubicBezTo>
                    <a:pt x="513550" y="195118"/>
                    <a:pt x="492554" y="177151"/>
                    <a:pt x="492554" y="151452"/>
                  </a:cubicBezTo>
                  <a:lnTo>
                    <a:pt x="492554" y="138182"/>
                  </a:lnTo>
                  <a:lnTo>
                    <a:pt x="524056" y="138182"/>
                  </a:lnTo>
                  <a:lnTo>
                    <a:pt x="524056" y="148696"/>
                  </a:lnTo>
                  <a:cubicBezTo>
                    <a:pt x="524056" y="160304"/>
                    <a:pt x="531513" y="165281"/>
                    <a:pt x="540074" y="165281"/>
                  </a:cubicBezTo>
                  <a:cubicBezTo>
                    <a:pt x="549476" y="165281"/>
                    <a:pt x="555836" y="159193"/>
                    <a:pt x="555836" y="148696"/>
                  </a:cubicBezTo>
                  <a:lnTo>
                    <a:pt x="555836" y="142066"/>
                  </a:lnTo>
                  <a:cubicBezTo>
                    <a:pt x="555836" y="132653"/>
                    <a:pt x="553358" y="127134"/>
                    <a:pt x="546166" y="121055"/>
                  </a:cubicBezTo>
                  <a:lnTo>
                    <a:pt x="508571" y="89547"/>
                  </a:lnTo>
                  <a:cubicBezTo>
                    <a:pt x="502224" y="84289"/>
                    <a:pt x="492554" y="71851"/>
                    <a:pt x="492554" y="54724"/>
                  </a:cubicBezTo>
                  <a:lnTo>
                    <a:pt x="492554" y="45320"/>
                  </a:lnTo>
                  <a:cubicBezTo>
                    <a:pt x="492554" y="18798"/>
                    <a:pt x="511340" y="0"/>
                    <a:pt x="540074" y="0"/>
                  </a:cubicBezTo>
                  <a:close/>
                  <a:moveTo>
                    <a:pt x="301766" y="0"/>
                  </a:moveTo>
                  <a:cubicBezTo>
                    <a:pt x="328021" y="0"/>
                    <a:pt x="349030" y="15754"/>
                    <a:pt x="349030" y="46431"/>
                  </a:cubicBezTo>
                  <a:lnTo>
                    <a:pt x="349030" y="60252"/>
                  </a:lnTo>
                  <a:lnTo>
                    <a:pt x="317528" y="60252"/>
                  </a:lnTo>
                  <a:lnTo>
                    <a:pt x="317528" y="46431"/>
                  </a:lnTo>
                  <a:cubicBezTo>
                    <a:pt x="317528" y="35925"/>
                    <a:pt x="311437" y="29584"/>
                    <a:pt x="301766" y="29584"/>
                  </a:cubicBezTo>
                  <a:cubicBezTo>
                    <a:pt x="292095" y="29584"/>
                    <a:pt x="286013" y="35925"/>
                    <a:pt x="286013" y="46431"/>
                  </a:cubicBezTo>
                  <a:lnTo>
                    <a:pt x="286013" y="148696"/>
                  </a:lnTo>
                  <a:cubicBezTo>
                    <a:pt x="286013" y="159193"/>
                    <a:pt x="292095" y="165281"/>
                    <a:pt x="301766" y="165281"/>
                  </a:cubicBezTo>
                  <a:cubicBezTo>
                    <a:pt x="311437" y="165281"/>
                    <a:pt x="317528" y="159193"/>
                    <a:pt x="317528" y="148696"/>
                  </a:cubicBezTo>
                  <a:lnTo>
                    <a:pt x="317528" y="113873"/>
                  </a:lnTo>
                  <a:lnTo>
                    <a:pt x="299841" y="113873"/>
                  </a:lnTo>
                  <a:lnTo>
                    <a:pt x="299841" y="85401"/>
                  </a:lnTo>
                  <a:lnTo>
                    <a:pt x="349030" y="85401"/>
                  </a:lnTo>
                  <a:lnTo>
                    <a:pt x="349030" y="147585"/>
                  </a:lnTo>
                  <a:cubicBezTo>
                    <a:pt x="349030" y="179093"/>
                    <a:pt x="328021" y="195118"/>
                    <a:pt x="301766" y="195118"/>
                  </a:cubicBezTo>
                  <a:cubicBezTo>
                    <a:pt x="275506" y="195118"/>
                    <a:pt x="254511" y="179093"/>
                    <a:pt x="254511" y="148696"/>
                  </a:cubicBezTo>
                  <a:lnTo>
                    <a:pt x="254511" y="47533"/>
                  </a:lnTo>
                  <a:cubicBezTo>
                    <a:pt x="254511" y="15754"/>
                    <a:pt x="275506" y="0"/>
                    <a:pt x="301766" y="0"/>
                  </a:cubicBezTo>
                  <a:close/>
                  <a:moveTo>
                    <a:pt x="174510" y="0"/>
                  </a:moveTo>
                  <a:cubicBezTo>
                    <a:pt x="200765" y="0"/>
                    <a:pt x="221774" y="15754"/>
                    <a:pt x="221774" y="46431"/>
                  </a:cubicBezTo>
                  <a:lnTo>
                    <a:pt x="221774" y="147585"/>
                  </a:lnTo>
                  <a:cubicBezTo>
                    <a:pt x="221774" y="179093"/>
                    <a:pt x="200765" y="195118"/>
                    <a:pt x="174510" y="195118"/>
                  </a:cubicBezTo>
                  <a:cubicBezTo>
                    <a:pt x="148250" y="195118"/>
                    <a:pt x="127255" y="179093"/>
                    <a:pt x="127255" y="148696"/>
                  </a:cubicBezTo>
                  <a:lnTo>
                    <a:pt x="127255" y="47533"/>
                  </a:lnTo>
                  <a:cubicBezTo>
                    <a:pt x="127255" y="15754"/>
                    <a:pt x="148250" y="0"/>
                    <a:pt x="174510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DEA3D5D-43DB-CA42-9F46-C8BFB8F44B09}"/>
                </a:ext>
              </a:extLst>
            </p:cNvPr>
            <p:cNvSpPr/>
            <p:nvPr userDrawn="1"/>
          </p:nvSpPr>
          <p:spPr>
            <a:xfrm>
              <a:off x="1299537" y="6257435"/>
              <a:ext cx="827965" cy="195900"/>
            </a:xfrm>
            <a:custGeom>
              <a:avLst/>
              <a:gdLst>
                <a:gd name="connsiteX0" fmla="*/ 269559 w 827965"/>
                <a:gd name="connsiteY0" fmla="*/ 32287 h 195900"/>
                <a:gd name="connsiteX1" fmla="*/ 269559 w 827965"/>
                <a:gd name="connsiteY1" fmla="*/ 84242 h 195900"/>
                <a:gd name="connsiteX2" fmla="*/ 284209 w 827965"/>
                <a:gd name="connsiteY2" fmla="*/ 84242 h 195900"/>
                <a:gd name="connsiteX3" fmla="*/ 301061 w 827965"/>
                <a:gd name="connsiteY3" fmla="*/ 62966 h 195900"/>
                <a:gd name="connsiteX4" fmla="*/ 301061 w 827965"/>
                <a:gd name="connsiteY4" fmla="*/ 53290 h 195900"/>
                <a:gd name="connsiteX5" fmla="*/ 284209 w 827965"/>
                <a:gd name="connsiteY5" fmla="*/ 32287 h 195900"/>
                <a:gd name="connsiteX6" fmla="*/ 724610 w 827965"/>
                <a:gd name="connsiteY6" fmla="*/ 2994 h 195900"/>
                <a:gd name="connsiteX7" fmla="*/ 827965 w 827965"/>
                <a:gd name="connsiteY7" fmla="*/ 2994 h 195900"/>
                <a:gd name="connsiteX8" fmla="*/ 827965 w 827965"/>
                <a:gd name="connsiteY8" fmla="*/ 31183 h 195900"/>
                <a:gd name="connsiteX9" fmla="*/ 792049 w 827965"/>
                <a:gd name="connsiteY9" fmla="*/ 31183 h 195900"/>
                <a:gd name="connsiteX10" fmla="*/ 792049 w 827965"/>
                <a:gd name="connsiteY10" fmla="*/ 193687 h 195900"/>
                <a:gd name="connsiteX11" fmla="*/ 760535 w 827965"/>
                <a:gd name="connsiteY11" fmla="*/ 193687 h 195900"/>
                <a:gd name="connsiteX12" fmla="*/ 760535 w 827965"/>
                <a:gd name="connsiteY12" fmla="*/ 31183 h 195900"/>
                <a:gd name="connsiteX13" fmla="*/ 724610 w 827965"/>
                <a:gd name="connsiteY13" fmla="*/ 31183 h 195900"/>
                <a:gd name="connsiteX14" fmla="*/ 609331 w 827965"/>
                <a:gd name="connsiteY14" fmla="*/ 2994 h 195900"/>
                <a:gd name="connsiteX15" fmla="*/ 640846 w 827965"/>
                <a:gd name="connsiteY15" fmla="*/ 2994 h 195900"/>
                <a:gd name="connsiteX16" fmla="*/ 640846 w 827965"/>
                <a:gd name="connsiteY16" fmla="*/ 82026 h 195900"/>
                <a:gd name="connsiteX17" fmla="*/ 672360 w 827965"/>
                <a:gd name="connsiteY17" fmla="*/ 82026 h 195900"/>
                <a:gd name="connsiteX18" fmla="*/ 672360 w 827965"/>
                <a:gd name="connsiteY18" fmla="*/ 2994 h 195900"/>
                <a:gd name="connsiteX19" fmla="*/ 703862 w 827965"/>
                <a:gd name="connsiteY19" fmla="*/ 2994 h 195900"/>
                <a:gd name="connsiteX20" fmla="*/ 703862 w 827965"/>
                <a:gd name="connsiteY20" fmla="*/ 193687 h 195900"/>
                <a:gd name="connsiteX21" fmla="*/ 672360 w 827965"/>
                <a:gd name="connsiteY21" fmla="*/ 193687 h 195900"/>
                <a:gd name="connsiteX22" fmla="*/ 672360 w 827965"/>
                <a:gd name="connsiteY22" fmla="*/ 111345 h 195900"/>
                <a:gd name="connsiteX23" fmla="*/ 640846 w 827965"/>
                <a:gd name="connsiteY23" fmla="*/ 111345 h 195900"/>
                <a:gd name="connsiteX24" fmla="*/ 640846 w 827965"/>
                <a:gd name="connsiteY24" fmla="*/ 193687 h 195900"/>
                <a:gd name="connsiteX25" fmla="*/ 609331 w 827965"/>
                <a:gd name="connsiteY25" fmla="*/ 193687 h 195900"/>
                <a:gd name="connsiteX26" fmla="*/ 365300 w 827965"/>
                <a:gd name="connsiteY26" fmla="*/ 2994 h 195900"/>
                <a:gd name="connsiteX27" fmla="*/ 450414 w 827965"/>
                <a:gd name="connsiteY27" fmla="*/ 2994 h 195900"/>
                <a:gd name="connsiteX28" fmla="*/ 450414 w 827965"/>
                <a:gd name="connsiteY28" fmla="*/ 32296 h 195900"/>
                <a:gd name="connsiteX29" fmla="*/ 396788 w 827965"/>
                <a:gd name="connsiteY29" fmla="*/ 32296 h 195900"/>
                <a:gd name="connsiteX30" fmla="*/ 396788 w 827965"/>
                <a:gd name="connsiteY30" fmla="*/ 82026 h 195900"/>
                <a:gd name="connsiteX31" fmla="*/ 442135 w 827965"/>
                <a:gd name="connsiteY31" fmla="*/ 82026 h 195900"/>
                <a:gd name="connsiteX32" fmla="*/ 442135 w 827965"/>
                <a:gd name="connsiteY32" fmla="*/ 111345 h 195900"/>
                <a:gd name="connsiteX33" fmla="*/ 396788 w 827965"/>
                <a:gd name="connsiteY33" fmla="*/ 111345 h 195900"/>
                <a:gd name="connsiteX34" fmla="*/ 396788 w 827965"/>
                <a:gd name="connsiteY34" fmla="*/ 164395 h 195900"/>
                <a:gd name="connsiteX35" fmla="*/ 450414 w 827965"/>
                <a:gd name="connsiteY35" fmla="*/ 164395 h 195900"/>
                <a:gd name="connsiteX36" fmla="*/ 450414 w 827965"/>
                <a:gd name="connsiteY36" fmla="*/ 193687 h 195900"/>
                <a:gd name="connsiteX37" fmla="*/ 365300 w 827965"/>
                <a:gd name="connsiteY37" fmla="*/ 193687 h 195900"/>
                <a:gd name="connsiteX38" fmla="*/ 238044 w 827965"/>
                <a:gd name="connsiteY38" fmla="*/ 2994 h 195900"/>
                <a:gd name="connsiteX39" fmla="*/ 286130 w 827965"/>
                <a:gd name="connsiteY39" fmla="*/ 2994 h 195900"/>
                <a:gd name="connsiteX40" fmla="*/ 332563 w 827965"/>
                <a:gd name="connsiteY40" fmla="*/ 51356 h 195900"/>
                <a:gd name="connsiteX41" fmla="*/ 332563 w 827965"/>
                <a:gd name="connsiteY41" fmla="*/ 64899 h 195900"/>
                <a:gd name="connsiteX42" fmla="*/ 316810 w 827965"/>
                <a:gd name="connsiteY42" fmla="*/ 98615 h 195900"/>
                <a:gd name="connsiteX43" fmla="*/ 332563 w 827965"/>
                <a:gd name="connsiteY43" fmla="*/ 132331 h 195900"/>
                <a:gd name="connsiteX44" fmla="*/ 332563 w 827965"/>
                <a:gd name="connsiteY44" fmla="*/ 193688 h 195900"/>
                <a:gd name="connsiteX45" fmla="*/ 301061 w 827965"/>
                <a:gd name="connsiteY45" fmla="*/ 193688 h 195900"/>
                <a:gd name="connsiteX46" fmla="*/ 301061 w 827965"/>
                <a:gd name="connsiteY46" fmla="*/ 134555 h 195900"/>
                <a:gd name="connsiteX47" fmla="*/ 284209 w 827965"/>
                <a:gd name="connsiteY47" fmla="*/ 113544 h 195900"/>
                <a:gd name="connsiteX48" fmla="*/ 269559 w 827965"/>
                <a:gd name="connsiteY48" fmla="*/ 113544 h 195900"/>
                <a:gd name="connsiteX49" fmla="*/ 269559 w 827965"/>
                <a:gd name="connsiteY49" fmla="*/ 193688 h 195900"/>
                <a:gd name="connsiteX50" fmla="*/ 238044 w 827965"/>
                <a:gd name="connsiteY50" fmla="*/ 193688 h 195900"/>
                <a:gd name="connsiteX51" fmla="*/ 115279 w 827965"/>
                <a:gd name="connsiteY51" fmla="*/ 2994 h 195900"/>
                <a:gd name="connsiteX52" fmla="*/ 218647 w 827965"/>
                <a:gd name="connsiteY52" fmla="*/ 2994 h 195900"/>
                <a:gd name="connsiteX53" fmla="*/ 218647 w 827965"/>
                <a:gd name="connsiteY53" fmla="*/ 31183 h 195900"/>
                <a:gd name="connsiteX54" fmla="*/ 182707 w 827965"/>
                <a:gd name="connsiteY54" fmla="*/ 31183 h 195900"/>
                <a:gd name="connsiteX55" fmla="*/ 182707 w 827965"/>
                <a:gd name="connsiteY55" fmla="*/ 193687 h 195900"/>
                <a:gd name="connsiteX56" fmla="*/ 151204 w 827965"/>
                <a:gd name="connsiteY56" fmla="*/ 193687 h 195900"/>
                <a:gd name="connsiteX57" fmla="*/ 151204 w 827965"/>
                <a:gd name="connsiteY57" fmla="*/ 31183 h 195900"/>
                <a:gd name="connsiteX58" fmla="*/ 115279 w 827965"/>
                <a:gd name="connsiteY58" fmla="*/ 31183 h 195900"/>
                <a:gd name="connsiteX59" fmla="*/ 0 w 827965"/>
                <a:gd name="connsiteY59" fmla="*/ 2994 h 195900"/>
                <a:gd name="connsiteX60" fmla="*/ 31502 w 827965"/>
                <a:gd name="connsiteY60" fmla="*/ 2994 h 195900"/>
                <a:gd name="connsiteX61" fmla="*/ 31502 w 827965"/>
                <a:gd name="connsiteY61" fmla="*/ 149469 h 195900"/>
                <a:gd name="connsiteX62" fmla="*/ 46988 w 827965"/>
                <a:gd name="connsiteY62" fmla="*/ 166044 h 195900"/>
                <a:gd name="connsiteX63" fmla="*/ 63017 w 827965"/>
                <a:gd name="connsiteY63" fmla="*/ 149469 h 195900"/>
                <a:gd name="connsiteX64" fmla="*/ 63017 w 827965"/>
                <a:gd name="connsiteY64" fmla="*/ 2994 h 195900"/>
                <a:gd name="connsiteX65" fmla="*/ 94519 w 827965"/>
                <a:gd name="connsiteY65" fmla="*/ 2994 h 195900"/>
                <a:gd name="connsiteX66" fmla="*/ 94519 w 827965"/>
                <a:gd name="connsiteY66" fmla="*/ 148370 h 195900"/>
                <a:gd name="connsiteX67" fmla="*/ 46988 w 827965"/>
                <a:gd name="connsiteY67" fmla="*/ 195900 h 195900"/>
                <a:gd name="connsiteX68" fmla="*/ 0 w 827965"/>
                <a:gd name="connsiteY68" fmla="*/ 149469 h 195900"/>
                <a:gd name="connsiteX69" fmla="*/ 529330 w 827965"/>
                <a:gd name="connsiteY69" fmla="*/ 0 h 195900"/>
                <a:gd name="connsiteX70" fmla="*/ 576594 w 827965"/>
                <a:gd name="connsiteY70" fmla="*/ 46434 h 195900"/>
                <a:gd name="connsiteX71" fmla="*/ 576594 w 827965"/>
                <a:gd name="connsiteY71" fmla="*/ 67438 h 195900"/>
                <a:gd name="connsiteX72" fmla="*/ 545092 w 827965"/>
                <a:gd name="connsiteY72" fmla="*/ 67438 h 195900"/>
                <a:gd name="connsiteX73" fmla="*/ 545092 w 827965"/>
                <a:gd name="connsiteY73" fmla="*/ 46434 h 195900"/>
                <a:gd name="connsiteX74" fmla="*/ 529330 w 827965"/>
                <a:gd name="connsiteY74" fmla="*/ 29577 h 195900"/>
                <a:gd name="connsiteX75" fmla="*/ 513577 w 827965"/>
                <a:gd name="connsiteY75" fmla="*/ 46434 h 195900"/>
                <a:gd name="connsiteX76" fmla="*/ 513577 w 827965"/>
                <a:gd name="connsiteY76" fmla="*/ 148697 h 195900"/>
                <a:gd name="connsiteX77" fmla="*/ 529330 w 827965"/>
                <a:gd name="connsiteY77" fmla="*/ 165274 h 195900"/>
                <a:gd name="connsiteX78" fmla="*/ 545092 w 827965"/>
                <a:gd name="connsiteY78" fmla="*/ 148697 h 195900"/>
                <a:gd name="connsiteX79" fmla="*/ 545092 w 827965"/>
                <a:gd name="connsiteY79" fmla="*/ 125480 h 195900"/>
                <a:gd name="connsiteX80" fmla="*/ 576594 w 827965"/>
                <a:gd name="connsiteY80" fmla="*/ 125480 h 195900"/>
                <a:gd name="connsiteX81" fmla="*/ 576594 w 827965"/>
                <a:gd name="connsiteY81" fmla="*/ 147604 h 195900"/>
                <a:gd name="connsiteX82" fmla="*/ 529330 w 827965"/>
                <a:gd name="connsiteY82" fmla="*/ 195131 h 195900"/>
                <a:gd name="connsiteX83" fmla="*/ 482075 w 827965"/>
                <a:gd name="connsiteY83" fmla="*/ 148697 h 195900"/>
                <a:gd name="connsiteX84" fmla="*/ 482075 w 827965"/>
                <a:gd name="connsiteY84" fmla="*/ 47545 h 195900"/>
                <a:gd name="connsiteX85" fmla="*/ 529330 w 827965"/>
                <a:gd name="connsiteY85" fmla="*/ 0 h 19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827965" h="195900">
                  <a:moveTo>
                    <a:pt x="269559" y="32287"/>
                  </a:moveTo>
                  <a:lnTo>
                    <a:pt x="269559" y="84242"/>
                  </a:lnTo>
                  <a:lnTo>
                    <a:pt x="284209" y="84242"/>
                  </a:lnTo>
                  <a:cubicBezTo>
                    <a:pt x="297735" y="84242"/>
                    <a:pt x="301061" y="76500"/>
                    <a:pt x="301061" y="62966"/>
                  </a:cubicBezTo>
                  <a:cubicBezTo>
                    <a:pt x="301061" y="62966"/>
                    <a:pt x="301061" y="53290"/>
                    <a:pt x="301061" y="53290"/>
                  </a:cubicBezTo>
                  <a:cubicBezTo>
                    <a:pt x="301061" y="39756"/>
                    <a:pt x="297735" y="32287"/>
                    <a:pt x="284209" y="32287"/>
                  </a:cubicBezTo>
                  <a:close/>
                  <a:moveTo>
                    <a:pt x="724610" y="2994"/>
                  </a:moveTo>
                  <a:cubicBezTo>
                    <a:pt x="724610" y="2994"/>
                    <a:pt x="827965" y="2994"/>
                    <a:pt x="827965" y="2994"/>
                  </a:cubicBezTo>
                  <a:lnTo>
                    <a:pt x="827965" y="31183"/>
                  </a:lnTo>
                  <a:lnTo>
                    <a:pt x="792049" y="31183"/>
                  </a:lnTo>
                  <a:lnTo>
                    <a:pt x="792049" y="193687"/>
                  </a:lnTo>
                  <a:lnTo>
                    <a:pt x="760535" y="193687"/>
                  </a:lnTo>
                  <a:lnTo>
                    <a:pt x="760535" y="31183"/>
                  </a:lnTo>
                  <a:lnTo>
                    <a:pt x="724610" y="31183"/>
                  </a:lnTo>
                  <a:close/>
                  <a:moveTo>
                    <a:pt x="609331" y="2994"/>
                  </a:moveTo>
                  <a:lnTo>
                    <a:pt x="640846" y="2994"/>
                  </a:lnTo>
                  <a:lnTo>
                    <a:pt x="640846" y="82026"/>
                  </a:lnTo>
                  <a:lnTo>
                    <a:pt x="672360" y="82026"/>
                  </a:lnTo>
                  <a:lnTo>
                    <a:pt x="672360" y="2994"/>
                  </a:lnTo>
                  <a:cubicBezTo>
                    <a:pt x="672360" y="2994"/>
                    <a:pt x="703862" y="2994"/>
                    <a:pt x="703862" y="2994"/>
                  </a:cubicBezTo>
                  <a:lnTo>
                    <a:pt x="703862" y="193687"/>
                  </a:lnTo>
                  <a:lnTo>
                    <a:pt x="672360" y="193687"/>
                  </a:lnTo>
                  <a:lnTo>
                    <a:pt x="672360" y="111345"/>
                  </a:lnTo>
                  <a:lnTo>
                    <a:pt x="640846" y="111345"/>
                  </a:lnTo>
                  <a:lnTo>
                    <a:pt x="640846" y="193687"/>
                  </a:lnTo>
                  <a:lnTo>
                    <a:pt x="609331" y="193687"/>
                  </a:lnTo>
                  <a:close/>
                  <a:moveTo>
                    <a:pt x="365300" y="2994"/>
                  </a:moveTo>
                  <a:cubicBezTo>
                    <a:pt x="365300" y="2994"/>
                    <a:pt x="450414" y="2994"/>
                    <a:pt x="450414" y="2994"/>
                  </a:cubicBezTo>
                  <a:lnTo>
                    <a:pt x="450414" y="32296"/>
                  </a:lnTo>
                  <a:lnTo>
                    <a:pt x="396788" y="32296"/>
                  </a:lnTo>
                  <a:lnTo>
                    <a:pt x="396788" y="82026"/>
                  </a:lnTo>
                  <a:lnTo>
                    <a:pt x="442135" y="82026"/>
                  </a:lnTo>
                  <a:lnTo>
                    <a:pt x="442135" y="111345"/>
                  </a:lnTo>
                  <a:lnTo>
                    <a:pt x="396788" y="111345"/>
                  </a:lnTo>
                  <a:lnTo>
                    <a:pt x="396788" y="164395"/>
                  </a:lnTo>
                  <a:lnTo>
                    <a:pt x="450414" y="164395"/>
                  </a:lnTo>
                  <a:lnTo>
                    <a:pt x="450414" y="193687"/>
                  </a:lnTo>
                  <a:lnTo>
                    <a:pt x="365300" y="193687"/>
                  </a:lnTo>
                  <a:close/>
                  <a:moveTo>
                    <a:pt x="238044" y="2994"/>
                  </a:moveTo>
                  <a:lnTo>
                    <a:pt x="286130" y="2994"/>
                  </a:lnTo>
                  <a:cubicBezTo>
                    <a:pt x="316810" y="2994"/>
                    <a:pt x="332563" y="20678"/>
                    <a:pt x="332563" y="51356"/>
                  </a:cubicBezTo>
                  <a:lnTo>
                    <a:pt x="332563" y="64899"/>
                  </a:lnTo>
                  <a:cubicBezTo>
                    <a:pt x="332563" y="81470"/>
                    <a:pt x="327596" y="92532"/>
                    <a:pt x="316810" y="98615"/>
                  </a:cubicBezTo>
                  <a:cubicBezTo>
                    <a:pt x="327596" y="104150"/>
                    <a:pt x="332563" y="114656"/>
                    <a:pt x="332563" y="132331"/>
                  </a:cubicBezTo>
                  <a:lnTo>
                    <a:pt x="332563" y="193688"/>
                  </a:lnTo>
                  <a:cubicBezTo>
                    <a:pt x="332563" y="193688"/>
                    <a:pt x="301061" y="193688"/>
                    <a:pt x="301061" y="193688"/>
                  </a:cubicBezTo>
                  <a:lnTo>
                    <a:pt x="301061" y="134555"/>
                  </a:lnTo>
                  <a:cubicBezTo>
                    <a:pt x="301061" y="120739"/>
                    <a:pt x="297735" y="113544"/>
                    <a:pt x="284209" y="113544"/>
                  </a:cubicBezTo>
                  <a:lnTo>
                    <a:pt x="269559" y="113544"/>
                  </a:lnTo>
                  <a:lnTo>
                    <a:pt x="269559" y="193688"/>
                  </a:lnTo>
                  <a:lnTo>
                    <a:pt x="238044" y="193688"/>
                  </a:lnTo>
                  <a:close/>
                  <a:moveTo>
                    <a:pt x="115279" y="2994"/>
                  </a:moveTo>
                  <a:cubicBezTo>
                    <a:pt x="115279" y="2994"/>
                    <a:pt x="218647" y="2994"/>
                    <a:pt x="218647" y="2994"/>
                  </a:cubicBezTo>
                  <a:lnTo>
                    <a:pt x="218647" y="31183"/>
                  </a:lnTo>
                  <a:lnTo>
                    <a:pt x="182707" y="31183"/>
                  </a:lnTo>
                  <a:lnTo>
                    <a:pt x="182707" y="193687"/>
                  </a:lnTo>
                  <a:lnTo>
                    <a:pt x="151204" y="193687"/>
                  </a:lnTo>
                  <a:lnTo>
                    <a:pt x="151204" y="31183"/>
                  </a:lnTo>
                  <a:lnTo>
                    <a:pt x="115279" y="31183"/>
                  </a:lnTo>
                  <a:close/>
                  <a:moveTo>
                    <a:pt x="0" y="2994"/>
                  </a:moveTo>
                  <a:lnTo>
                    <a:pt x="31502" y="2994"/>
                  </a:lnTo>
                  <a:lnTo>
                    <a:pt x="31502" y="149469"/>
                  </a:lnTo>
                  <a:cubicBezTo>
                    <a:pt x="31502" y="159971"/>
                    <a:pt x="37593" y="166044"/>
                    <a:pt x="46988" y="166044"/>
                  </a:cubicBezTo>
                  <a:cubicBezTo>
                    <a:pt x="56659" y="166044"/>
                    <a:pt x="63017" y="159971"/>
                    <a:pt x="63017" y="149469"/>
                  </a:cubicBezTo>
                  <a:lnTo>
                    <a:pt x="63017" y="2994"/>
                  </a:lnTo>
                  <a:lnTo>
                    <a:pt x="94519" y="2994"/>
                  </a:lnTo>
                  <a:lnTo>
                    <a:pt x="94519" y="148370"/>
                  </a:lnTo>
                  <a:cubicBezTo>
                    <a:pt x="94519" y="179860"/>
                    <a:pt x="73523" y="195900"/>
                    <a:pt x="46988" y="195900"/>
                  </a:cubicBezTo>
                  <a:cubicBezTo>
                    <a:pt x="20995" y="195900"/>
                    <a:pt x="0" y="179860"/>
                    <a:pt x="0" y="149469"/>
                  </a:cubicBezTo>
                  <a:close/>
                  <a:moveTo>
                    <a:pt x="529330" y="0"/>
                  </a:moveTo>
                  <a:cubicBezTo>
                    <a:pt x="555585" y="0"/>
                    <a:pt x="576594" y="15764"/>
                    <a:pt x="576594" y="46434"/>
                  </a:cubicBezTo>
                  <a:lnTo>
                    <a:pt x="576594" y="67438"/>
                  </a:lnTo>
                  <a:lnTo>
                    <a:pt x="545092" y="67438"/>
                  </a:lnTo>
                  <a:lnTo>
                    <a:pt x="545092" y="46434"/>
                  </a:lnTo>
                  <a:cubicBezTo>
                    <a:pt x="545092" y="35937"/>
                    <a:pt x="539001" y="29577"/>
                    <a:pt x="529330" y="29577"/>
                  </a:cubicBezTo>
                  <a:cubicBezTo>
                    <a:pt x="519659" y="29577"/>
                    <a:pt x="513577" y="35937"/>
                    <a:pt x="513577" y="46434"/>
                  </a:cubicBezTo>
                  <a:lnTo>
                    <a:pt x="513577" y="148697"/>
                  </a:lnTo>
                  <a:cubicBezTo>
                    <a:pt x="513577" y="159204"/>
                    <a:pt x="519659" y="165274"/>
                    <a:pt x="529330" y="165274"/>
                  </a:cubicBezTo>
                  <a:cubicBezTo>
                    <a:pt x="539001" y="165274"/>
                    <a:pt x="545092" y="159204"/>
                    <a:pt x="545092" y="148697"/>
                  </a:cubicBezTo>
                  <a:lnTo>
                    <a:pt x="545092" y="125480"/>
                  </a:lnTo>
                  <a:lnTo>
                    <a:pt x="576594" y="125480"/>
                  </a:lnTo>
                  <a:lnTo>
                    <a:pt x="576594" y="147604"/>
                  </a:lnTo>
                  <a:cubicBezTo>
                    <a:pt x="576594" y="179087"/>
                    <a:pt x="555585" y="195131"/>
                    <a:pt x="529330" y="195131"/>
                  </a:cubicBezTo>
                  <a:cubicBezTo>
                    <a:pt x="503070" y="195131"/>
                    <a:pt x="482075" y="179087"/>
                    <a:pt x="482075" y="148697"/>
                  </a:cubicBezTo>
                  <a:lnTo>
                    <a:pt x="482075" y="47545"/>
                  </a:lnTo>
                  <a:cubicBezTo>
                    <a:pt x="482075" y="15764"/>
                    <a:pt x="503070" y="0"/>
                    <a:pt x="529330" y="0"/>
                  </a:cubicBezTo>
                  <a:close/>
                </a:path>
              </a:pathLst>
            </a:custGeom>
            <a:solidFill>
              <a:srgbClr val="ED0010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  <p:pic>
        <p:nvPicPr>
          <p:cNvPr id="33" name="Afbeelding 32">
            <a:extLst>
              <a:ext uri="{FF2B5EF4-FFF2-40B4-BE49-F238E27FC236}">
                <a16:creationId xmlns:a16="http://schemas.microsoft.com/office/drawing/2014/main" id="{0B7CBC4C-048C-2C49-8987-78155E5E9E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86000" y="6004800"/>
            <a:ext cx="1269755" cy="46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4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_left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5" y="692150"/>
            <a:ext cx="5040313" cy="1314450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2F9012-E1D2-4A4D-BAEB-24040D8D491C}"/>
              </a:ext>
            </a:extLst>
          </p:cNvPr>
          <p:cNvGrpSpPr/>
          <p:nvPr userDrawn="1"/>
        </p:nvGrpSpPr>
        <p:grpSpPr>
          <a:xfrm>
            <a:off x="11496599" y="332656"/>
            <a:ext cx="407012" cy="348834"/>
            <a:chOff x="11496599" y="332656"/>
            <a:chExt cx="407012" cy="34883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6019297-87CF-E441-94AE-A7404D0DD5EF}"/>
                </a:ext>
              </a:extLst>
            </p:cNvPr>
            <p:cNvSpPr/>
            <p:nvPr userDrawn="1"/>
          </p:nvSpPr>
          <p:spPr>
            <a:xfrm>
              <a:off x="11496599" y="332656"/>
              <a:ext cx="174428" cy="348834"/>
            </a:xfrm>
            <a:custGeom>
              <a:avLst/>
              <a:gdLst>
                <a:gd name="connsiteX0" fmla="*/ 116317 w 174428"/>
                <a:gd name="connsiteY0" fmla="*/ 203556 h 348834"/>
                <a:gd name="connsiteX1" fmla="*/ 174428 w 174428"/>
                <a:gd name="connsiteY1" fmla="*/ 203556 h 348834"/>
                <a:gd name="connsiteX2" fmla="*/ 174428 w 174428"/>
                <a:gd name="connsiteY2" fmla="*/ 348834 h 348834"/>
                <a:gd name="connsiteX3" fmla="*/ 116317 w 174428"/>
                <a:gd name="connsiteY3" fmla="*/ 348834 h 348834"/>
                <a:gd name="connsiteX4" fmla="*/ 116317 w 174428"/>
                <a:gd name="connsiteY4" fmla="*/ 203556 h 348834"/>
                <a:gd name="connsiteX5" fmla="*/ 116317 w 174428"/>
                <a:gd name="connsiteY5" fmla="*/ 0 h 348834"/>
                <a:gd name="connsiteX6" fmla="*/ 174428 w 174428"/>
                <a:gd name="connsiteY6" fmla="*/ 0 h 348834"/>
                <a:gd name="connsiteX7" fmla="*/ 174428 w 174428"/>
                <a:gd name="connsiteY7" fmla="*/ 145264 h 348834"/>
                <a:gd name="connsiteX8" fmla="*/ 116317 w 174428"/>
                <a:gd name="connsiteY8" fmla="*/ 145264 h 348834"/>
                <a:gd name="connsiteX9" fmla="*/ 116317 w 174428"/>
                <a:gd name="connsiteY9" fmla="*/ 0 h 348834"/>
                <a:gd name="connsiteX10" fmla="*/ 0 w 174428"/>
                <a:gd name="connsiteY10" fmla="*/ 0 h 348834"/>
                <a:gd name="connsiteX11" fmla="*/ 58111 w 174428"/>
                <a:gd name="connsiteY11" fmla="*/ 0 h 348834"/>
                <a:gd name="connsiteX12" fmla="*/ 58111 w 174428"/>
                <a:gd name="connsiteY12" fmla="*/ 348668 h 348834"/>
                <a:gd name="connsiteX13" fmla="*/ 0 w 174428"/>
                <a:gd name="connsiteY13" fmla="*/ 348668 h 348834"/>
                <a:gd name="connsiteX14" fmla="*/ 0 w 174428"/>
                <a:gd name="connsiteY14" fmla="*/ 0 h 34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4428" h="348834">
                  <a:moveTo>
                    <a:pt x="116317" y="203556"/>
                  </a:moveTo>
                  <a:lnTo>
                    <a:pt x="174428" y="203556"/>
                  </a:lnTo>
                  <a:lnTo>
                    <a:pt x="174428" y="348834"/>
                  </a:lnTo>
                  <a:lnTo>
                    <a:pt x="116317" y="348834"/>
                  </a:lnTo>
                  <a:cubicBezTo>
                    <a:pt x="116317" y="348834"/>
                    <a:pt x="116317" y="203556"/>
                    <a:pt x="116317" y="203556"/>
                  </a:cubicBezTo>
                  <a:close/>
                  <a:moveTo>
                    <a:pt x="116317" y="0"/>
                  </a:moveTo>
                  <a:lnTo>
                    <a:pt x="174428" y="0"/>
                  </a:lnTo>
                  <a:lnTo>
                    <a:pt x="174428" y="145264"/>
                  </a:lnTo>
                  <a:lnTo>
                    <a:pt x="116317" y="145264"/>
                  </a:lnTo>
                  <a:cubicBezTo>
                    <a:pt x="116317" y="145264"/>
                    <a:pt x="116317" y="0"/>
                    <a:pt x="116317" y="0"/>
                  </a:cubicBezTo>
                  <a:close/>
                  <a:moveTo>
                    <a:pt x="0" y="0"/>
                  </a:moveTo>
                  <a:lnTo>
                    <a:pt x="58111" y="0"/>
                  </a:lnTo>
                  <a:lnTo>
                    <a:pt x="58111" y="348668"/>
                  </a:lnTo>
                  <a:lnTo>
                    <a:pt x="0" y="348668"/>
                  </a:lnTo>
                  <a:cubicBezTo>
                    <a:pt x="0" y="348668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5602B6CB-0F5B-6444-9846-E680D97AFF53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7874EF-FE7D-F04C-ABDF-E7C02DDB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ACFE078-C496-3343-A578-AA6B40937C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0825" y="2349500"/>
            <a:ext cx="5040313" cy="41036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2EA9D2E-182E-EC4B-9BF7-CB26507DD59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2F9C46C-5723-CC43-9C75-D5037133D0C8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928B1D3-F593-BA4C-8303-900D4E0FEF9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NL" noProof="0" dirty="0"/>
              <a:t>NAAM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CD00B8C-4682-D04B-9F8F-84887ED235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4143808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4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_righ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18" y="692150"/>
            <a:ext cx="5038758" cy="1314450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C5071E-DEB1-5349-80F8-FD30600D1A4F}"/>
              </a:ext>
            </a:extLst>
          </p:cNvPr>
          <p:cNvGrpSpPr/>
          <p:nvPr userDrawn="1"/>
        </p:nvGrpSpPr>
        <p:grpSpPr>
          <a:xfrm>
            <a:off x="11496600" y="332656"/>
            <a:ext cx="407011" cy="348834"/>
            <a:chOff x="11496600" y="332656"/>
            <a:chExt cx="407011" cy="348834"/>
          </a:xfrm>
        </p:grpSpPr>
        <p:sp>
          <p:nvSpPr>
            <p:cNvPr id="9" name="Shape">
              <a:extLst>
                <a:ext uri="{FF2B5EF4-FFF2-40B4-BE49-F238E27FC236}">
                  <a16:creationId xmlns:a16="http://schemas.microsoft.com/office/drawing/2014/main" id="{2CE958C3-F4D3-E843-A6D4-76DFB2C4A023}"/>
                </a:ext>
              </a:extLst>
            </p:cNvPr>
            <p:cNvSpPr/>
            <p:nvPr userDrawn="1"/>
          </p:nvSpPr>
          <p:spPr>
            <a:xfrm>
              <a:off x="11612917" y="332656"/>
              <a:ext cx="58111" cy="1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50EE41ED-CA76-C74A-8CAC-C076B914ED93}"/>
                </a:ext>
              </a:extLst>
            </p:cNvPr>
            <p:cNvSpPr/>
            <p:nvPr userDrawn="1"/>
          </p:nvSpPr>
          <p:spPr>
            <a:xfrm>
              <a:off x="11612917" y="536212"/>
              <a:ext cx="58111" cy="145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F31FC9A2-F74A-1440-9A97-A7C3850470E9}"/>
                </a:ext>
              </a:extLst>
            </p:cNvPr>
            <p:cNvSpPr/>
            <p:nvPr userDrawn="1"/>
          </p:nvSpPr>
          <p:spPr>
            <a:xfrm>
              <a:off x="11496600" y="332656"/>
              <a:ext cx="58111" cy="348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5602B6CB-0F5B-6444-9846-E680D97AFF53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9138128-17AB-854A-87C5-474124C4B4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30FADE4-92C6-9246-81A9-6C011B4915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2349500"/>
            <a:ext cx="5040312" cy="41036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53B78A0-FC1E-0141-B817-97FE1F17C6E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682049D-560B-8646-98EF-794D8133C957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CE54B19-EE2B-4846-A5C8-74DE37E7EC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NAAM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1590203-F9A0-5549-A201-0A9C895BAB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75194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_collage_righ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692150"/>
            <a:ext cx="5033504" cy="1314450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DDF8DD8-B4BE-884D-9348-A13EF7B825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908720"/>
            <a:ext cx="5545138" cy="2520280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07CF019-3479-9447-B7A3-3BB1574D72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501008"/>
            <a:ext cx="2736000" cy="2664000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6F3DD345-C10C-C149-9489-9D9A51AEEC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08943" y="3501008"/>
            <a:ext cx="2736304" cy="2664000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47322C9-DDCC-2147-8AFD-E3A0DC5404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2349500"/>
            <a:ext cx="5040312" cy="41036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3743E62-9109-A44A-99B2-C4E637F5CC7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8F34C36-C91D-A741-B58A-291F165BA1AF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97F21C7-50D3-CD45-88ED-579D6E082A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 noProof="0" dirty="0"/>
              <a:t>NAAM 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EF93A16-95D0-E04A-A711-60716068B8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62503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6F0D-009B-7542-AC3B-814A02441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3123957"/>
            <a:ext cx="11090275" cy="2088232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br>
              <a:rPr lang="nl-NL" noProof="0" dirty="0"/>
            </a:b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7084ED-CEC5-CB4D-B500-E23F297B1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2" y="2311874"/>
            <a:ext cx="839117" cy="935037"/>
          </a:xfrm>
        </p:spPr>
        <p:txBody>
          <a:bodyPr>
            <a:normAutofit/>
          </a:bodyPr>
          <a:lstStyle>
            <a:lvl1pPr>
              <a:defRPr sz="5500" b="1" i="0">
                <a:solidFill>
                  <a:schemeClr val="bg1"/>
                </a:solidFill>
                <a:latin typeface="Arial Black" panose="020B0604020202020204" pitchFamily="34" charset="0"/>
              </a:defRPr>
            </a:lvl1pPr>
          </a:lstStyle>
          <a:p>
            <a:pPr lvl="0"/>
            <a:r>
              <a:rPr lang="nl-NL" noProof="0" dirty="0"/>
              <a:t>#.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1407A2-ACB2-1A4B-A926-592ED553CA80}"/>
              </a:ext>
            </a:extLst>
          </p:cNvPr>
          <p:cNvGrpSpPr/>
          <p:nvPr userDrawn="1"/>
        </p:nvGrpSpPr>
        <p:grpSpPr>
          <a:xfrm>
            <a:off x="11496599" y="332656"/>
            <a:ext cx="407012" cy="348834"/>
            <a:chOff x="11496599" y="332656"/>
            <a:chExt cx="407012" cy="348834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02F11E3-5EA0-394F-95B0-271DC53A7ACE}"/>
                </a:ext>
              </a:extLst>
            </p:cNvPr>
            <p:cNvSpPr/>
            <p:nvPr userDrawn="1"/>
          </p:nvSpPr>
          <p:spPr>
            <a:xfrm>
              <a:off x="11496599" y="332656"/>
              <a:ext cx="174428" cy="348834"/>
            </a:xfrm>
            <a:custGeom>
              <a:avLst/>
              <a:gdLst>
                <a:gd name="connsiteX0" fmla="*/ 116317 w 174428"/>
                <a:gd name="connsiteY0" fmla="*/ 203556 h 348834"/>
                <a:gd name="connsiteX1" fmla="*/ 174428 w 174428"/>
                <a:gd name="connsiteY1" fmla="*/ 203556 h 348834"/>
                <a:gd name="connsiteX2" fmla="*/ 174428 w 174428"/>
                <a:gd name="connsiteY2" fmla="*/ 348834 h 348834"/>
                <a:gd name="connsiteX3" fmla="*/ 116317 w 174428"/>
                <a:gd name="connsiteY3" fmla="*/ 348834 h 348834"/>
                <a:gd name="connsiteX4" fmla="*/ 116317 w 174428"/>
                <a:gd name="connsiteY4" fmla="*/ 203556 h 348834"/>
                <a:gd name="connsiteX5" fmla="*/ 116317 w 174428"/>
                <a:gd name="connsiteY5" fmla="*/ 0 h 348834"/>
                <a:gd name="connsiteX6" fmla="*/ 174428 w 174428"/>
                <a:gd name="connsiteY6" fmla="*/ 0 h 348834"/>
                <a:gd name="connsiteX7" fmla="*/ 174428 w 174428"/>
                <a:gd name="connsiteY7" fmla="*/ 145264 h 348834"/>
                <a:gd name="connsiteX8" fmla="*/ 116317 w 174428"/>
                <a:gd name="connsiteY8" fmla="*/ 145264 h 348834"/>
                <a:gd name="connsiteX9" fmla="*/ 116317 w 174428"/>
                <a:gd name="connsiteY9" fmla="*/ 0 h 348834"/>
                <a:gd name="connsiteX10" fmla="*/ 0 w 174428"/>
                <a:gd name="connsiteY10" fmla="*/ 0 h 348834"/>
                <a:gd name="connsiteX11" fmla="*/ 58111 w 174428"/>
                <a:gd name="connsiteY11" fmla="*/ 0 h 348834"/>
                <a:gd name="connsiteX12" fmla="*/ 58111 w 174428"/>
                <a:gd name="connsiteY12" fmla="*/ 348668 h 348834"/>
                <a:gd name="connsiteX13" fmla="*/ 0 w 174428"/>
                <a:gd name="connsiteY13" fmla="*/ 348668 h 348834"/>
                <a:gd name="connsiteX14" fmla="*/ 0 w 174428"/>
                <a:gd name="connsiteY14" fmla="*/ 0 h 34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4428" h="348834">
                  <a:moveTo>
                    <a:pt x="116317" y="203556"/>
                  </a:moveTo>
                  <a:lnTo>
                    <a:pt x="174428" y="203556"/>
                  </a:lnTo>
                  <a:lnTo>
                    <a:pt x="174428" y="348834"/>
                  </a:lnTo>
                  <a:lnTo>
                    <a:pt x="116317" y="348834"/>
                  </a:lnTo>
                  <a:cubicBezTo>
                    <a:pt x="116317" y="348834"/>
                    <a:pt x="116317" y="203556"/>
                    <a:pt x="116317" y="203556"/>
                  </a:cubicBezTo>
                  <a:close/>
                  <a:moveTo>
                    <a:pt x="116317" y="0"/>
                  </a:moveTo>
                  <a:lnTo>
                    <a:pt x="174428" y="0"/>
                  </a:lnTo>
                  <a:lnTo>
                    <a:pt x="174428" y="145264"/>
                  </a:lnTo>
                  <a:lnTo>
                    <a:pt x="116317" y="145264"/>
                  </a:lnTo>
                  <a:cubicBezTo>
                    <a:pt x="116317" y="145264"/>
                    <a:pt x="116317" y="0"/>
                    <a:pt x="116317" y="0"/>
                  </a:cubicBezTo>
                  <a:close/>
                  <a:moveTo>
                    <a:pt x="0" y="0"/>
                  </a:moveTo>
                  <a:lnTo>
                    <a:pt x="58111" y="0"/>
                  </a:lnTo>
                  <a:lnTo>
                    <a:pt x="58111" y="348668"/>
                  </a:lnTo>
                  <a:lnTo>
                    <a:pt x="0" y="348668"/>
                  </a:lnTo>
                  <a:cubicBezTo>
                    <a:pt x="0" y="34866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AD0F7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9CD90432-ABB1-434E-AFBF-C7B827606D72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8911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6F0D-009B-7542-AC3B-814A02441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3123957"/>
            <a:ext cx="11090275" cy="2088232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NL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7084ED-CEC5-CB4D-B500-E23F297B1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2" y="2311874"/>
            <a:ext cx="839117" cy="935037"/>
          </a:xfrm>
        </p:spPr>
        <p:txBody>
          <a:bodyPr>
            <a:normAutofit/>
          </a:bodyPr>
          <a:lstStyle>
            <a:lvl1pPr>
              <a:defRPr sz="5500" b="1" i="0">
                <a:solidFill>
                  <a:schemeClr val="bg1"/>
                </a:solidFill>
                <a:latin typeface="Arial Black" panose="020B0604020202020204" pitchFamily="34" charset="0"/>
              </a:defRPr>
            </a:lvl1pPr>
          </a:lstStyle>
          <a:p>
            <a:pPr lvl="0"/>
            <a:r>
              <a:rPr lang="nl-NL" noProof="0" dirty="0"/>
              <a:t>#.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1407A2-ACB2-1A4B-A926-592ED553CA80}"/>
              </a:ext>
            </a:extLst>
          </p:cNvPr>
          <p:cNvGrpSpPr/>
          <p:nvPr userDrawn="1"/>
        </p:nvGrpSpPr>
        <p:grpSpPr>
          <a:xfrm>
            <a:off x="11496599" y="332656"/>
            <a:ext cx="407012" cy="348834"/>
            <a:chOff x="11496599" y="332656"/>
            <a:chExt cx="407012" cy="348834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02F11E3-5EA0-394F-95B0-271DC53A7ACE}"/>
                </a:ext>
              </a:extLst>
            </p:cNvPr>
            <p:cNvSpPr/>
            <p:nvPr userDrawn="1"/>
          </p:nvSpPr>
          <p:spPr>
            <a:xfrm>
              <a:off x="11496599" y="332656"/>
              <a:ext cx="174428" cy="348834"/>
            </a:xfrm>
            <a:custGeom>
              <a:avLst/>
              <a:gdLst>
                <a:gd name="connsiteX0" fmla="*/ 116317 w 174428"/>
                <a:gd name="connsiteY0" fmla="*/ 203556 h 348834"/>
                <a:gd name="connsiteX1" fmla="*/ 174428 w 174428"/>
                <a:gd name="connsiteY1" fmla="*/ 203556 h 348834"/>
                <a:gd name="connsiteX2" fmla="*/ 174428 w 174428"/>
                <a:gd name="connsiteY2" fmla="*/ 348834 h 348834"/>
                <a:gd name="connsiteX3" fmla="*/ 116317 w 174428"/>
                <a:gd name="connsiteY3" fmla="*/ 348834 h 348834"/>
                <a:gd name="connsiteX4" fmla="*/ 116317 w 174428"/>
                <a:gd name="connsiteY4" fmla="*/ 203556 h 348834"/>
                <a:gd name="connsiteX5" fmla="*/ 116317 w 174428"/>
                <a:gd name="connsiteY5" fmla="*/ 0 h 348834"/>
                <a:gd name="connsiteX6" fmla="*/ 174428 w 174428"/>
                <a:gd name="connsiteY6" fmla="*/ 0 h 348834"/>
                <a:gd name="connsiteX7" fmla="*/ 174428 w 174428"/>
                <a:gd name="connsiteY7" fmla="*/ 145264 h 348834"/>
                <a:gd name="connsiteX8" fmla="*/ 116317 w 174428"/>
                <a:gd name="connsiteY8" fmla="*/ 145264 h 348834"/>
                <a:gd name="connsiteX9" fmla="*/ 116317 w 174428"/>
                <a:gd name="connsiteY9" fmla="*/ 0 h 348834"/>
                <a:gd name="connsiteX10" fmla="*/ 0 w 174428"/>
                <a:gd name="connsiteY10" fmla="*/ 0 h 348834"/>
                <a:gd name="connsiteX11" fmla="*/ 58111 w 174428"/>
                <a:gd name="connsiteY11" fmla="*/ 0 h 348834"/>
                <a:gd name="connsiteX12" fmla="*/ 58111 w 174428"/>
                <a:gd name="connsiteY12" fmla="*/ 348668 h 348834"/>
                <a:gd name="connsiteX13" fmla="*/ 0 w 174428"/>
                <a:gd name="connsiteY13" fmla="*/ 348668 h 348834"/>
                <a:gd name="connsiteX14" fmla="*/ 0 w 174428"/>
                <a:gd name="connsiteY14" fmla="*/ 0 h 34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4428" h="348834">
                  <a:moveTo>
                    <a:pt x="116317" y="203556"/>
                  </a:moveTo>
                  <a:lnTo>
                    <a:pt x="174428" y="203556"/>
                  </a:lnTo>
                  <a:lnTo>
                    <a:pt x="174428" y="348834"/>
                  </a:lnTo>
                  <a:lnTo>
                    <a:pt x="116317" y="348834"/>
                  </a:lnTo>
                  <a:cubicBezTo>
                    <a:pt x="116317" y="348834"/>
                    <a:pt x="116317" y="203556"/>
                    <a:pt x="116317" y="203556"/>
                  </a:cubicBezTo>
                  <a:close/>
                  <a:moveTo>
                    <a:pt x="116317" y="0"/>
                  </a:moveTo>
                  <a:lnTo>
                    <a:pt x="174428" y="0"/>
                  </a:lnTo>
                  <a:lnTo>
                    <a:pt x="174428" y="145264"/>
                  </a:lnTo>
                  <a:lnTo>
                    <a:pt x="116317" y="145264"/>
                  </a:lnTo>
                  <a:cubicBezTo>
                    <a:pt x="116317" y="145264"/>
                    <a:pt x="116317" y="0"/>
                    <a:pt x="116317" y="0"/>
                  </a:cubicBezTo>
                  <a:close/>
                  <a:moveTo>
                    <a:pt x="0" y="0"/>
                  </a:moveTo>
                  <a:lnTo>
                    <a:pt x="58111" y="0"/>
                  </a:lnTo>
                  <a:lnTo>
                    <a:pt x="58111" y="348668"/>
                  </a:lnTo>
                  <a:lnTo>
                    <a:pt x="0" y="348668"/>
                  </a:lnTo>
                  <a:cubicBezTo>
                    <a:pt x="0" y="34866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AD0F7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9CD90432-ABB1-434E-AFBF-C7B827606D72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109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6F0D-009B-7542-AC3B-814A02441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3123957"/>
            <a:ext cx="11090275" cy="2088232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br>
              <a:rPr lang="nl-NL" noProof="0" dirty="0"/>
            </a:b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7084ED-CEC5-CB4D-B500-E23F297B1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2" y="2311874"/>
            <a:ext cx="839117" cy="935037"/>
          </a:xfrm>
        </p:spPr>
        <p:txBody>
          <a:bodyPr>
            <a:normAutofit/>
          </a:bodyPr>
          <a:lstStyle>
            <a:lvl1pPr>
              <a:defRPr sz="5500" b="1" i="0">
                <a:solidFill>
                  <a:schemeClr val="accent1"/>
                </a:solidFill>
                <a:latin typeface="Arial Black" panose="020B0604020202020204" pitchFamily="34" charset="0"/>
              </a:defRPr>
            </a:lvl1pPr>
          </a:lstStyle>
          <a:p>
            <a:pPr lvl="0"/>
            <a:r>
              <a:rPr lang="nl-NL" noProof="0" dirty="0"/>
              <a:t>#.</a:t>
            </a:r>
          </a:p>
        </p:txBody>
      </p:sp>
    </p:spTree>
    <p:extLst>
      <p:ext uri="{BB962C8B-B14F-4D97-AF65-F5344CB8AC3E}">
        <p14:creationId xmlns:p14="http://schemas.microsoft.com/office/powerpoint/2010/main" val="39606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ic coll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6F0D-009B-7542-AC3B-814A02441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3123957"/>
            <a:ext cx="5040313" cy="2088232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br>
              <a:rPr lang="nl-NL" noProof="0" dirty="0"/>
            </a:b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A7084ED-CEC5-CB4D-B500-E23F297B1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2" y="2311874"/>
            <a:ext cx="839117" cy="935037"/>
          </a:xfrm>
        </p:spPr>
        <p:txBody>
          <a:bodyPr>
            <a:normAutofit/>
          </a:bodyPr>
          <a:lstStyle>
            <a:lvl1pPr>
              <a:defRPr sz="5500" b="1" i="0">
                <a:solidFill>
                  <a:schemeClr val="bg1"/>
                </a:solidFill>
                <a:latin typeface="Arial Black" panose="020B0604020202020204" pitchFamily="34" charset="0"/>
              </a:defRPr>
            </a:lvl1pPr>
          </a:lstStyle>
          <a:p>
            <a:pPr lvl="0"/>
            <a:r>
              <a:rPr lang="en-US" dirty="0"/>
              <a:t>#.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1407A2-ACB2-1A4B-A926-592ED553CA80}"/>
              </a:ext>
            </a:extLst>
          </p:cNvPr>
          <p:cNvGrpSpPr/>
          <p:nvPr userDrawn="1"/>
        </p:nvGrpSpPr>
        <p:grpSpPr>
          <a:xfrm>
            <a:off x="11496599" y="332656"/>
            <a:ext cx="407012" cy="348834"/>
            <a:chOff x="11496599" y="332656"/>
            <a:chExt cx="407012" cy="348834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02F11E3-5EA0-394F-95B0-271DC53A7ACE}"/>
                </a:ext>
              </a:extLst>
            </p:cNvPr>
            <p:cNvSpPr/>
            <p:nvPr userDrawn="1"/>
          </p:nvSpPr>
          <p:spPr>
            <a:xfrm>
              <a:off x="11496599" y="332656"/>
              <a:ext cx="174428" cy="348834"/>
            </a:xfrm>
            <a:custGeom>
              <a:avLst/>
              <a:gdLst>
                <a:gd name="connsiteX0" fmla="*/ 116317 w 174428"/>
                <a:gd name="connsiteY0" fmla="*/ 203556 h 348834"/>
                <a:gd name="connsiteX1" fmla="*/ 174428 w 174428"/>
                <a:gd name="connsiteY1" fmla="*/ 203556 h 348834"/>
                <a:gd name="connsiteX2" fmla="*/ 174428 w 174428"/>
                <a:gd name="connsiteY2" fmla="*/ 348834 h 348834"/>
                <a:gd name="connsiteX3" fmla="*/ 116317 w 174428"/>
                <a:gd name="connsiteY3" fmla="*/ 348834 h 348834"/>
                <a:gd name="connsiteX4" fmla="*/ 116317 w 174428"/>
                <a:gd name="connsiteY4" fmla="*/ 203556 h 348834"/>
                <a:gd name="connsiteX5" fmla="*/ 116317 w 174428"/>
                <a:gd name="connsiteY5" fmla="*/ 0 h 348834"/>
                <a:gd name="connsiteX6" fmla="*/ 174428 w 174428"/>
                <a:gd name="connsiteY6" fmla="*/ 0 h 348834"/>
                <a:gd name="connsiteX7" fmla="*/ 174428 w 174428"/>
                <a:gd name="connsiteY7" fmla="*/ 145264 h 348834"/>
                <a:gd name="connsiteX8" fmla="*/ 116317 w 174428"/>
                <a:gd name="connsiteY8" fmla="*/ 145264 h 348834"/>
                <a:gd name="connsiteX9" fmla="*/ 116317 w 174428"/>
                <a:gd name="connsiteY9" fmla="*/ 0 h 348834"/>
                <a:gd name="connsiteX10" fmla="*/ 0 w 174428"/>
                <a:gd name="connsiteY10" fmla="*/ 0 h 348834"/>
                <a:gd name="connsiteX11" fmla="*/ 58111 w 174428"/>
                <a:gd name="connsiteY11" fmla="*/ 0 h 348834"/>
                <a:gd name="connsiteX12" fmla="*/ 58111 w 174428"/>
                <a:gd name="connsiteY12" fmla="*/ 348668 h 348834"/>
                <a:gd name="connsiteX13" fmla="*/ 0 w 174428"/>
                <a:gd name="connsiteY13" fmla="*/ 348668 h 348834"/>
                <a:gd name="connsiteX14" fmla="*/ 0 w 174428"/>
                <a:gd name="connsiteY14" fmla="*/ 0 h 34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4428" h="348834">
                  <a:moveTo>
                    <a:pt x="116317" y="203556"/>
                  </a:moveTo>
                  <a:lnTo>
                    <a:pt x="174428" y="203556"/>
                  </a:lnTo>
                  <a:lnTo>
                    <a:pt x="174428" y="348834"/>
                  </a:lnTo>
                  <a:lnTo>
                    <a:pt x="116317" y="348834"/>
                  </a:lnTo>
                  <a:cubicBezTo>
                    <a:pt x="116317" y="348834"/>
                    <a:pt x="116317" y="203556"/>
                    <a:pt x="116317" y="203556"/>
                  </a:cubicBezTo>
                  <a:close/>
                  <a:moveTo>
                    <a:pt x="116317" y="0"/>
                  </a:moveTo>
                  <a:lnTo>
                    <a:pt x="174428" y="0"/>
                  </a:lnTo>
                  <a:lnTo>
                    <a:pt x="174428" y="145264"/>
                  </a:lnTo>
                  <a:lnTo>
                    <a:pt x="116317" y="145264"/>
                  </a:lnTo>
                  <a:cubicBezTo>
                    <a:pt x="116317" y="145264"/>
                    <a:pt x="116317" y="0"/>
                    <a:pt x="116317" y="0"/>
                  </a:cubicBezTo>
                  <a:close/>
                  <a:moveTo>
                    <a:pt x="0" y="0"/>
                  </a:moveTo>
                  <a:lnTo>
                    <a:pt x="58111" y="0"/>
                  </a:lnTo>
                  <a:lnTo>
                    <a:pt x="58111" y="348668"/>
                  </a:lnTo>
                  <a:lnTo>
                    <a:pt x="0" y="348668"/>
                  </a:lnTo>
                  <a:cubicBezTo>
                    <a:pt x="0" y="34866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AD0F7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9CD90432-ABB1-434E-AFBF-C7B827606D72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FEBA7CC2-4113-2344-BA3C-70315F58D4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908720"/>
            <a:ext cx="5545138" cy="2520280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881DB74-0D71-9E45-A2DD-7583C6149F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501008"/>
            <a:ext cx="2736304" cy="2952180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BA8BB002-1B3C-7343-BC59-2354CF8FE5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08943" y="3501008"/>
            <a:ext cx="2736304" cy="2952180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35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 right text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D3E00284-956A-7D4E-9EA2-7ECC8A7F469A}"/>
              </a:ext>
            </a:extLst>
          </p:cNvPr>
          <p:cNvSpPr/>
          <p:nvPr userDrawn="1"/>
        </p:nvSpPr>
        <p:spPr>
          <a:xfrm>
            <a:off x="0" y="2373"/>
            <a:ext cx="3431704" cy="69249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l"/>
            <a:endParaRPr lang="nl-NL" sz="7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7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7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7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7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7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CD1E5101-6EA2-D545-9D42-5671336BAB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71813" y="0"/>
            <a:ext cx="9120187" cy="6858000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692150"/>
            <a:ext cx="5040312" cy="1657350"/>
          </a:xfrm>
          <a:solidFill>
            <a:schemeClr val="bg1"/>
          </a:solidFill>
          <a:ln>
            <a:noFill/>
          </a:ln>
        </p:spPr>
        <p:txBody>
          <a:bodyPr lIns="360000" tIns="360000" rIns="540000"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C5071E-DEB1-5349-80F8-FD30600D1A4F}"/>
              </a:ext>
            </a:extLst>
          </p:cNvPr>
          <p:cNvGrpSpPr/>
          <p:nvPr userDrawn="1"/>
        </p:nvGrpSpPr>
        <p:grpSpPr>
          <a:xfrm>
            <a:off x="11496600" y="332656"/>
            <a:ext cx="407011" cy="348834"/>
            <a:chOff x="11496600" y="332656"/>
            <a:chExt cx="407011" cy="348834"/>
          </a:xfrm>
        </p:grpSpPr>
        <p:sp>
          <p:nvSpPr>
            <p:cNvPr id="9" name="Shape">
              <a:extLst>
                <a:ext uri="{FF2B5EF4-FFF2-40B4-BE49-F238E27FC236}">
                  <a16:creationId xmlns:a16="http://schemas.microsoft.com/office/drawing/2014/main" id="{2CE958C3-F4D3-E843-A6D4-76DFB2C4A023}"/>
                </a:ext>
              </a:extLst>
            </p:cNvPr>
            <p:cNvSpPr/>
            <p:nvPr userDrawn="1"/>
          </p:nvSpPr>
          <p:spPr>
            <a:xfrm>
              <a:off x="11612917" y="332656"/>
              <a:ext cx="58111" cy="1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50EE41ED-CA76-C74A-8CAC-C076B914ED93}"/>
                </a:ext>
              </a:extLst>
            </p:cNvPr>
            <p:cNvSpPr/>
            <p:nvPr userDrawn="1"/>
          </p:nvSpPr>
          <p:spPr>
            <a:xfrm>
              <a:off x="11612917" y="536212"/>
              <a:ext cx="58111" cy="145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F31FC9A2-F74A-1440-9A97-A7C3850470E9}"/>
                </a:ext>
              </a:extLst>
            </p:cNvPr>
            <p:cNvSpPr/>
            <p:nvPr userDrawn="1"/>
          </p:nvSpPr>
          <p:spPr>
            <a:xfrm>
              <a:off x="11496600" y="332656"/>
              <a:ext cx="58111" cy="348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5602B6CB-0F5B-6444-9846-E680D97AFF53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B30FE6-4D08-154C-8C13-5744F67462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2349500"/>
            <a:ext cx="5040312" cy="3816350"/>
          </a:xfrm>
          <a:solidFill>
            <a:schemeClr val="bg1"/>
          </a:solidFill>
          <a:ln>
            <a:noFill/>
          </a:ln>
        </p:spPr>
        <p:txBody>
          <a:bodyPr lIns="360000" rIns="540000" bIns="360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EDB39B5-0DE9-3640-B010-3D7373BBCDF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4F381F3-31BE-4046-B7D5-C842D99C1877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D4C00AF-4EC1-824D-97E4-3889C62A74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NL" noProof="0" dirty="0"/>
              <a:t>NAAM</a:t>
            </a:r>
            <a:r>
              <a:rPr lang="en-US" dirty="0"/>
              <a:t>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6E1C89B-F6D4-C040-AE19-B35CC74113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59068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18" y="692150"/>
            <a:ext cx="11088720" cy="1314450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30FADE4-92C6-9246-81A9-6C011B4915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2017260"/>
            <a:ext cx="11088720" cy="4148590"/>
          </a:xfrm>
        </p:spPr>
        <p:txBody>
          <a:bodyPr numCol="2" spcCol="100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659A49-527F-DE44-8584-F6B0DB3F338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7C8C19E-C2D3-BE43-84EB-1E2C384329F4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55E60F0-7B35-2B4B-8276-E9AE8AFEF3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NL" noProof="0" dirty="0"/>
              <a:t>NAAM 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665E2CC-D522-CC4C-A5A0-934B0E15116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4967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18" y="836712"/>
            <a:ext cx="11088720" cy="1169888"/>
          </a:xfrm>
        </p:spPr>
        <p:txBody>
          <a:bodyPr anchor="t">
            <a:normAutofit/>
          </a:bodyPr>
          <a:lstStyle>
            <a:lvl1pPr>
              <a:defRPr sz="3200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30FADE4-92C6-9246-81A9-6C011B4915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4005064"/>
            <a:ext cx="3457575" cy="2160786"/>
          </a:xfrm>
        </p:spPr>
        <p:txBody>
          <a:bodyPr numCol="1" spcCol="100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B727-5328-F243-827D-94A3F6B4B9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476250"/>
            <a:ext cx="11090275" cy="360462"/>
          </a:xfrm>
        </p:spPr>
        <p:txBody>
          <a:bodyPr>
            <a:noAutofit/>
          </a:bodyPr>
          <a:lstStyle>
            <a:lvl1pPr>
              <a:defRPr>
                <a:ln>
                  <a:noFill/>
                </a:ln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BC2810-32B6-5E45-880F-E06893A138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1989138"/>
            <a:ext cx="3457575" cy="1871662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03F000E-E548-7F41-BBD3-4177196CC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67212" y="4005064"/>
            <a:ext cx="3457575" cy="2160786"/>
          </a:xfrm>
        </p:spPr>
        <p:txBody>
          <a:bodyPr numCol="1" spcCol="100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95B0FAD-BB16-554A-A06F-70157E83083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67212" y="1989138"/>
            <a:ext cx="3457575" cy="1871662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0A1145F6-C6FE-074B-BD51-D1717B0D13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7544" y="4005064"/>
            <a:ext cx="3457575" cy="2160786"/>
          </a:xfrm>
        </p:spPr>
        <p:txBody>
          <a:bodyPr numCol="1" spcCol="100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CECF6C76-E83A-6647-A6DA-261E62126D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87544" y="1989138"/>
            <a:ext cx="3457575" cy="1871662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14D18CE-64CC-4148-86FC-A2A8C17FC2C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984AA856-B7A1-6847-84DA-9E728C0FAD94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86F5F2B-B150-694A-A437-366563BA265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NAAM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47797A-8964-5E41-9083-E4334CE3E01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C1B0D69-B8A6-8744-9E7E-380CD2AD9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03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ic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30FADE4-92C6-9246-81A9-6C011B4915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2132856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B727-5328-F243-827D-94A3F6B4B9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476250"/>
            <a:ext cx="11090275" cy="360462"/>
          </a:xfrm>
        </p:spPr>
        <p:txBody>
          <a:bodyPr>
            <a:noAutofit/>
          </a:bodyPr>
          <a:lstStyle>
            <a:lvl1pPr>
              <a:defRPr>
                <a:ln>
                  <a:noFill/>
                </a:ln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BC2810-32B6-5E45-880F-E06893A138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972289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680F2290-4429-874F-8645-0055DD009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63" y="4013503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7E20A79F-1E4E-DF4E-8106-94C3493FDA3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0863" y="2852936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F816FA7-E8EC-A140-9E37-0199B0B23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0863" y="5950791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C92B63FB-DA0F-BB48-99CB-BE1F09978F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0863" y="4790224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60" name="Text Placeholder 12">
            <a:extLst>
              <a:ext uri="{FF2B5EF4-FFF2-40B4-BE49-F238E27FC236}">
                <a16:creationId xmlns:a16="http://schemas.microsoft.com/office/drawing/2014/main" id="{1DC8CD9B-FBC9-A743-9AC7-E857423B72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56459" y="2132856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61" name="Picture Placeholder 8">
            <a:extLst>
              <a:ext uri="{FF2B5EF4-FFF2-40B4-BE49-F238E27FC236}">
                <a16:creationId xmlns:a16="http://schemas.microsoft.com/office/drawing/2014/main" id="{C711A17C-EBA8-CD4E-BFF4-FA032CDBDE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56459" y="972289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62" name="Text Placeholder 12">
            <a:extLst>
              <a:ext uri="{FF2B5EF4-FFF2-40B4-BE49-F238E27FC236}">
                <a16:creationId xmlns:a16="http://schemas.microsoft.com/office/drawing/2014/main" id="{F26CB6DD-98B0-4245-B0C4-2B6E92E7A1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6459" y="4013503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63" name="Picture Placeholder 8">
            <a:extLst>
              <a:ext uri="{FF2B5EF4-FFF2-40B4-BE49-F238E27FC236}">
                <a16:creationId xmlns:a16="http://schemas.microsoft.com/office/drawing/2014/main" id="{1BCD8AAC-F130-9941-994A-0B38796B301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956459" y="2852936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F9CF4064-F077-0D40-959C-FF7D687EF4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56459" y="5950791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65" name="Picture Placeholder 8">
            <a:extLst>
              <a:ext uri="{FF2B5EF4-FFF2-40B4-BE49-F238E27FC236}">
                <a16:creationId xmlns:a16="http://schemas.microsoft.com/office/drawing/2014/main" id="{CB955200-0651-C74C-AEEC-82DA3FF0BB6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956459" y="4790224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66" name="Text Placeholder 12">
            <a:extLst>
              <a:ext uri="{FF2B5EF4-FFF2-40B4-BE49-F238E27FC236}">
                <a16:creationId xmlns:a16="http://schemas.microsoft.com/office/drawing/2014/main" id="{8756267B-A79F-E744-9959-427A7D94282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62055" y="2132856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67" name="Picture Placeholder 8">
            <a:extLst>
              <a:ext uri="{FF2B5EF4-FFF2-40B4-BE49-F238E27FC236}">
                <a16:creationId xmlns:a16="http://schemas.microsoft.com/office/drawing/2014/main" id="{AB214375-39A5-A04C-A353-56F3FB5634E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362055" y="972289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68" name="Text Placeholder 12">
            <a:extLst>
              <a:ext uri="{FF2B5EF4-FFF2-40B4-BE49-F238E27FC236}">
                <a16:creationId xmlns:a16="http://schemas.microsoft.com/office/drawing/2014/main" id="{F971FDCB-BC91-F146-98E5-57CF54135C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62055" y="4013503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574F9D68-D350-7E4F-90EA-2807CE24F91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362055" y="2852936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161D954B-029D-4446-BB28-9C9DC930D5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62055" y="5950791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71" name="Picture Placeholder 8">
            <a:extLst>
              <a:ext uri="{FF2B5EF4-FFF2-40B4-BE49-F238E27FC236}">
                <a16:creationId xmlns:a16="http://schemas.microsoft.com/office/drawing/2014/main" id="{62845A80-D3AC-E049-B40E-CA9C5E1D75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362055" y="4790224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2" name="Text Placeholder 12">
            <a:extLst>
              <a:ext uri="{FF2B5EF4-FFF2-40B4-BE49-F238E27FC236}">
                <a16:creationId xmlns:a16="http://schemas.microsoft.com/office/drawing/2014/main" id="{488E60BF-F93C-9541-9710-7C1A8085182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67651" y="2132856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73" name="Picture Placeholder 8">
            <a:extLst>
              <a:ext uri="{FF2B5EF4-FFF2-40B4-BE49-F238E27FC236}">
                <a16:creationId xmlns:a16="http://schemas.microsoft.com/office/drawing/2014/main" id="{FEEEAC87-2ED9-2E4D-86DF-9ECBAE188C6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67651" y="972289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4" name="Text Placeholder 12">
            <a:extLst>
              <a:ext uri="{FF2B5EF4-FFF2-40B4-BE49-F238E27FC236}">
                <a16:creationId xmlns:a16="http://schemas.microsoft.com/office/drawing/2014/main" id="{F9FC3E3A-578A-F947-A373-E3F30C72C6C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7651" y="4013503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75" name="Picture Placeholder 8">
            <a:extLst>
              <a:ext uri="{FF2B5EF4-FFF2-40B4-BE49-F238E27FC236}">
                <a16:creationId xmlns:a16="http://schemas.microsoft.com/office/drawing/2014/main" id="{2AFA8EDE-CE13-B945-B4F6-56E3F889B8E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67651" y="2852936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6" name="Text Placeholder 12">
            <a:extLst>
              <a:ext uri="{FF2B5EF4-FFF2-40B4-BE49-F238E27FC236}">
                <a16:creationId xmlns:a16="http://schemas.microsoft.com/office/drawing/2014/main" id="{C8F525B0-A7A0-B64A-B445-277D45D8E7B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67651" y="5950791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77" name="Picture Placeholder 8">
            <a:extLst>
              <a:ext uri="{FF2B5EF4-FFF2-40B4-BE49-F238E27FC236}">
                <a16:creationId xmlns:a16="http://schemas.microsoft.com/office/drawing/2014/main" id="{FD4B3624-2890-8C4D-8939-46E957AC6B4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767651" y="4790224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6D214E2A-8CA9-714B-AB6D-F9ABD0B579E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9694" y="2132856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79" name="Picture Placeholder 8">
            <a:extLst>
              <a:ext uri="{FF2B5EF4-FFF2-40B4-BE49-F238E27FC236}">
                <a16:creationId xmlns:a16="http://schemas.microsoft.com/office/drawing/2014/main" id="{D6B955F2-4FB9-B14E-AD8D-4B8FBE6BAB1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9694" y="972289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80" name="Text Placeholder 12">
            <a:extLst>
              <a:ext uri="{FF2B5EF4-FFF2-40B4-BE49-F238E27FC236}">
                <a16:creationId xmlns:a16="http://schemas.microsoft.com/office/drawing/2014/main" id="{E7596CF5-6C02-8340-A408-112A5B58EB2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99694" y="4013503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81" name="Picture Placeholder 8">
            <a:extLst>
              <a:ext uri="{FF2B5EF4-FFF2-40B4-BE49-F238E27FC236}">
                <a16:creationId xmlns:a16="http://schemas.microsoft.com/office/drawing/2014/main" id="{55DBFE82-123F-FE44-AC7A-88E06FF85B3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199694" y="2852936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82" name="Text Placeholder 12">
            <a:extLst>
              <a:ext uri="{FF2B5EF4-FFF2-40B4-BE49-F238E27FC236}">
                <a16:creationId xmlns:a16="http://schemas.microsoft.com/office/drawing/2014/main" id="{F1840D82-F560-F347-9BCB-C815B1236B9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99694" y="5950791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83" name="Picture Placeholder 8">
            <a:extLst>
              <a:ext uri="{FF2B5EF4-FFF2-40B4-BE49-F238E27FC236}">
                <a16:creationId xmlns:a16="http://schemas.microsoft.com/office/drawing/2014/main" id="{D1250F34-D376-2949-9C33-28D532F3E10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99694" y="4790224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84" name="Text Placeholder 12">
            <a:extLst>
              <a:ext uri="{FF2B5EF4-FFF2-40B4-BE49-F238E27FC236}">
                <a16:creationId xmlns:a16="http://schemas.microsoft.com/office/drawing/2014/main" id="{2E652576-CB32-664B-8A88-A60620C983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02593" y="2132856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85" name="Picture Placeholder 8">
            <a:extLst>
              <a:ext uri="{FF2B5EF4-FFF2-40B4-BE49-F238E27FC236}">
                <a16:creationId xmlns:a16="http://schemas.microsoft.com/office/drawing/2014/main" id="{E4166B57-4E09-FA40-A5F3-9ED3F40F3DB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602593" y="972289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86" name="Text Placeholder 12">
            <a:extLst>
              <a:ext uri="{FF2B5EF4-FFF2-40B4-BE49-F238E27FC236}">
                <a16:creationId xmlns:a16="http://schemas.microsoft.com/office/drawing/2014/main" id="{3A39CC8F-58E9-314A-A2E3-DD3D6A5B4E9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602593" y="4013503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87" name="Picture Placeholder 8">
            <a:extLst>
              <a:ext uri="{FF2B5EF4-FFF2-40B4-BE49-F238E27FC236}">
                <a16:creationId xmlns:a16="http://schemas.microsoft.com/office/drawing/2014/main" id="{592C16BF-9FD2-B648-A817-307F47E2DDE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7602593" y="2852936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88" name="Text Placeholder 12">
            <a:extLst>
              <a:ext uri="{FF2B5EF4-FFF2-40B4-BE49-F238E27FC236}">
                <a16:creationId xmlns:a16="http://schemas.microsoft.com/office/drawing/2014/main" id="{3AF328B4-E333-1042-BF20-5C692BE2DED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02593" y="5950791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89" name="Picture Placeholder 8">
            <a:extLst>
              <a:ext uri="{FF2B5EF4-FFF2-40B4-BE49-F238E27FC236}">
                <a16:creationId xmlns:a16="http://schemas.microsoft.com/office/drawing/2014/main" id="{FE1C45B4-BC2A-0848-85DF-93BB57E800F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602593" y="4790224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90" name="Text Placeholder 12">
            <a:extLst>
              <a:ext uri="{FF2B5EF4-FFF2-40B4-BE49-F238E27FC236}">
                <a16:creationId xmlns:a16="http://schemas.microsoft.com/office/drawing/2014/main" id="{BEF39294-F373-1442-A52B-90B650333EF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12939" y="2132856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91" name="Picture Placeholder 8">
            <a:extLst>
              <a:ext uri="{FF2B5EF4-FFF2-40B4-BE49-F238E27FC236}">
                <a16:creationId xmlns:a16="http://schemas.microsoft.com/office/drawing/2014/main" id="{F1BFB789-5B32-2142-86DB-1BD9132002E7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9012939" y="972289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92" name="Text Placeholder 12">
            <a:extLst>
              <a:ext uri="{FF2B5EF4-FFF2-40B4-BE49-F238E27FC236}">
                <a16:creationId xmlns:a16="http://schemas.microsoft.com/office/drawing/2014/main" id="{675A9E3C-585C-B248-896C-1414E40E7A7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12939" y="4013503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93" name="Picture Placeholder 8">
            <a:extLst>
              <a:ext uri="{FF2B5EF4-FFF2-40B4-BE49-F238E27FC236}">
                <a16:creationId xmlns:a16="http://schemas.microsoft.com/office/drawing/2014/main" id="{29364FDE-F38F-AA40-A782-82BB5A87E64D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9012939" y="2852936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94" name="Text Placeholder 12">
            <a:extLst>
              <a:ext uri="{FF2B5EF4-FFF2-40B4-BE49-F238E27FC236}">
                <a16:creationId xmlns:a16="http://schemas.microsoft.com/office/drawing/2014/main" id="{6BDD965A-6A84-7042-98AA-3F3DEB40399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12939" y="5950791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95" name="Picture Placeholder 8">
            <a:extLst>
              <a:ext uri="{FF2B5EF4-FFF2-40B4-BE49-F238E27FC236}">
                <a16:creationId xmlns:a16="http://schemas.microsoft.com/office/drawing/2014/main" id="{7B42BFA0-5CE4-1847-87E6-196EFFCF7AB9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012939" y="4790224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96" name="Text Placeholder 12">
            <a:extLst>
              <a:ext uri="{FF2B5EF4-FFF2-40B4-BE49-F238E27FC236}">
                <a16:creationId xmlns:a16="http://schemas.microsoft.com/office/drawing/2014/main" id="{FEC924B8-D6BA-A149-84F7-1B4FA99CEC3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416480" y="2132856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97" name="Picture Placeholder 8">
            <a:extLst>
              <a:ext uri="{FF2B5EF4-FFF2-40B4-BE49-F238E27FC236}">
                <a16:creationId xmlns:a16="http://schemas.microsoft.com/office/drawing/2014/main" id="{B57BAD7E-DAA7-6949-87C2-85014980666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10416480" y="972289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98" name="Text Placeholder 12">
            <a:extLst>
              <a:ext uri="{FF2B5EF4-FFF2-40B4-BE49-F238E27FC236}">
                <a16:creationId xmlns:a16="http://schemas.microsoft.com/office/drawing/2014/main" id="{1B26F47C-7F50-3646-816E-8287244A931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416480" y="4013503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99" name="Picture Placeholder 8">
            <a:extLst>
              <a:ext uri="{FF2B5EF4-FFF2-40B4-BE49-F238E27FC236}">
                <a16:creationId xmlns:a16="http://schemas.microsoft.com/office/drawing/2014/main" id="{C2153297-79A0-6C48-ABD0-F830FF142A3B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10416480" y="2852936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00" name="Text Placeholder 12">
            <a:extLst>
              <a:ext uri="{FF2B5EF4-FFF2-40B4-BE49-F238E27FC236}">
                <a16:creationId xmlns:a16="http://schemas.microsoft.com/office/drawing/2014/main" id="{99FBB044-8A68-D04F-B2B5-2630A13452E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416480" y="5950791"/>
            <a:ext cx="1224657" cy="500707"/>
          </a:xfrm>
        </p:spPr>
        <p:txBody>
          <a:bodyPr lIns="0" tIns="36000" rIns="0" bIns="0" numCol="1" spcCol="100800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1" i="0">
                <a:latin typeface="Arial Black" panose="020B0604020202020204" pitchFamily="34" charset="0"/>
              </a:defRPr>
            </a:lvl1pPr>
            <a:lvl2pPr marL="6350" indent="0">
              <a:lnSpc>
                <a:spcPct val="100000"/>
              </a:lnSpc>
              <a:spcBef>
                <a:spcPts val="0"/>
              </a:spcBef>
              <a:buNone/>
              <a:tabLst/>
              <a:defRPr sz="1000"/>
            </a:lvl2pPr>
            <a:lvl3pPr marL="6350" indent="0">
              <a:buNone/>
              <a:tabLst/>
              <a:defRPr/>
            </a:lvl3pPr>
            <a:lvl4pPr marL="6350" indent="0">
              <a:buNone/>
              <a:tabLst/>
              <a:defRPr/>
            </a:lvl4pPr>
            <a:lvl5pPr marL="6350" indent="0">
              <a:buNone/>
              <a:tabLst/>
              <a:defRPr/>
            </a:lvl5pPr>
          </a:lstStyle>
          <a:p>
            <a:pPr lvl="0"/>
            <a:r>
              <a:rPr lang="en-GB" dirty="0"/>
              <a:t>Naam</a:t>
            </a:r>
          </a:p>
          <a:p>
            <a:pPr lvl="1"/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omschrijving</a:t>
            </a:r>
            <a:endParaRPr lang="en-US" dirty="0"/>
          </a:p>
        </p:txBody>
      </p:sp>
      <p:sp>
        <p:nvSpPr>
          <p:cNvPr id="101" name="Picture Placeholder 8">
            <a:extLst>
              <a:ext uri="{FF2B5EF4-FFF2-40B4-BE49-F238E27FC236}">
                <a16:creationId xmlns:a16="http://schemas.microsoft.com/office/drawing/2014/main" id="{CB569B53-8DEC-CF4A-8EAC-A0F5CA4545A9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10416480" y="4790224"/>
            <a:ext cx="1224657" cy="1152128"/>
          </a:xfrm>
          <a:solidFill>
            <a:schemeClr val="bg2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62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9DD0-AB83-114E-99BC-04B167F0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0559-2166-C641-9F09-7E01BBA0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52F03-921D-A742-961B-A028B38E8141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78C86-B234-F847-B416-2169F3E0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noProof="0" dirty="0"/>
              <a:t>NAAM PRESENTATIE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A0AB5-9681-9C41-A862-61F4B58A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FC85662-769C-8A41-81FB-CB95F829A3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989138"/>
            <a:ext cx="5040312" cy="41767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2C20C8F-385E-8948-9298-BE56D4DC4E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95202" y="1989138"/>
            <a:ext cx="5040312" cy="41767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661057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5" y="692150"/>
            <a:ext cx="5040313" cy="1314450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2F9012-E1D2-4A4D-BAEB-24040D8D491C}"/>
              </a:ext>
            </a:extLst>
          </p:cNvPr>
          <p:cNvGrpSpPr/>
          <p:nvPr userDrawn="1"/>
        </p:nvGrpSpPr>
        <p:grpSpPr>
          <a:xfrm>
            <a:off x="11496599" y="332656"/>
            <a:ext cx="407012" cy="348834"/>
            <a:chOff x="11496599" y="332656"/>
            <a:chExt cx="407012" cy="34883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6019297-87CF-E441-94AE-A7404D0DD5EF}"/>
                </a:ext>
              </a:extLst>
            </p:cNvPr>
            <p:cNvSpPr/>
            <p:nvPr userDrawn="1"/>
          </p:nvSpPr>
          <p:spPr>
            <a:xfrm>
              <a:off x="11496599" y="332656"/>
              <a:ext cx="174428" cy="348834"/>
            </a:xfrm>
            <a:custGeom>
              <a:avLst/>
              <a:gdLst>
                <a:gd name="connsiteX0" fmla="*/ 116317 w 174428"/>
                <a:gd name="connsiteY0" fmla="*/ 203556 h 348834"/>
                <a:gd name="connsiteX1" fmla="*/ 174428 w 174428"/>
                <a:gd name="connsiteY1" fmla="*/ 203556 h 348834"/>
                <a:gd name="connsiteX2" fmla="*/ 174428 w 174428"/>
                <a:gd name="connsiteY2" fmla="*/ 348834 h 348834"/>
                <a:gd name="connsiteX3" fmla="*/ 116317 w 174428"/>
                <a:gd name="connsiteY3" fmla="*/ 348834 h 348834"/>
                <a:gd name="connsiteX4" fmla="*/ 116317 w 174428"/>
                <a:gd name="connsiteY4" fmla="*/ 203556 h 348834"/>
                <a:gd name="connsiteX5" fmla="*/ 116317 w 174428"/>
                <a:gd name="connsiteY5" fmla="*/ 0 h 348834"/>
                <a:gd name="connsiteX6" fmla="*/ 174428 w 174428"/>
                <a:gd name="connsiteY6" fmla="*/ 0 h 348834"/>
                <a:gd name="connsiteX7" fmla="*/ 174428 w 174428"/>
                <a:gd name="connsiteY7" fmla="*/ 145264 h 348834"/>
                <a:gd name="connsiteX8" fmla="*/ 116317 w 174428"/>
                <a:gd name="connsiteY8" fmla="*/ 145264 h 348834"/>
                <a:gd name="connsiteX9" fmla="*/ 116317 w 174428"/>
                <a:gd name="connsiteY9" fmla="*/ 0 h 348834"/>
                <a:gd name="connsiteX10" fmla="*/ 0 w 174428"/>
                <a:gd name="connsiteY10" fmla="*/ 0 h 348834"/>
                <a:gd name="connsiteX11" fmla="*/ 58111 w 174428"/>
                <a:gd name="connsiteY11" fmla="*/ 0 h 348834"/>
                <a:gd name="connsiteX12" fmla="*/ 58111 w 174428"/>
                <a:gd name="connsiteY12" fmla="*/ 348668 h 348834"/>
                <a:gd name="connsiteX13" fmla="*/ 0 w 174428"/>
                <a:gd name="connsiteY13" fmla="*/ 348668 h 348834"/>
                <a:gd name="connsiteX14" fmla="*/ 0 w 174428"/>
                <a:gd name="connsiteY14" fmla="*/ 0 h 34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4428" h="348834">
                  <a:moveTo>
                    <a:pt x="116317" y="203556"/>
                  </a:moveTo>
                  <a:lnTo>
                    <a:pt x="174428" y="203556"/>
                  </a:lnTo>
                  <a:lnTo>
                    <a:pt x="174428" y="348834"/>
                  </a:lnTo>
                  <a:lnTo>
                    <a:pt x="116317" y="348834"/>
                  </a:lnTo>
                  <a:cubicBezTo>
                    <a:pt x="116317" y="348834"/>
                    <a:pt x="116317" y="203556"/>
                    <a:pt x="116317" y="203556"/>
                  </a:cubicBezTo>
                  <a:close/>
                  <a:moveTo>
                    <a:pt x="116317" y="0"/>
                  </a:moveTo>
                  <a:lnTo>
                    <a:pt x="174428" y="0"/>
                  </a:lnTo>
                  <a:lnTo>
                    <a:pt x="174428" y="145264"/>
                  </a:lnTo>
                  <a:lnTo>
                    <a:pt x="116317" y="145264"/>
                  </a:lnTo>
                  <a:cubicBezTo>
                    <a:pt x="116317" y="145264"/>
                    <a:pt x="116317" y="0"/>
                    <a:pt x="116317" y="0"/>
                  </a:cubicBezTo>
                  <a:close/>
                  <a:moveTo>
                    <a:pt x="0" y="0"/>
                  </a:moveTo>
                  <a:lnTo>
                    <a:pt x="58111" y="0"/>
                  </a:lnTo>
                  <a:lnTo>
                    <a:pt x="58111" y="348668"/>
                  </a:lnTo>
                  <a:lnTo>
                    <a:pt x="0" y="348668"/>
                  </a:lnTo>
                  <a:cubicBezTo>
                    <a:pt x="0" y="348668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 dirty="0">
                <a:latin typeface="Arial" panose="020B0604020202020204" pitchFamily="34" charset="0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5602B6CB-0F5B-6444-9846-E680D97AFF53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ACFE078-C496-3343-A578-AA6B40937C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0825" y="2349500"/>
            <a:ext cx="5040313" cy="41036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D062-A46D-384E-BA58-5879B4619C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0862" y="692150"/>
            <a:ext cx="5040313" cy="5472000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en-GB" dirty="0" err="1"/>
              <a:t>Grafiek</a:t>
            </a:r>
            <a:r>
              <a:rPr lang="en-GB" dirty="0"/>
              <a:t> , table, content</a:t>
            </a:r>
            <a:endParaRPr lang="en-US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2B467B4-77E9-A64E-8FB5-3AD82F3ECEC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21DB29F-2BDE-BF40-A663-2A4F6A3F96AF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0CFF4FB-212D-2A4D-B81D-FADE2422FEB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 noProof="0" dirty="0"/>
              <a:t>NAAM PRESENTATIE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C682794-95ED-3F42-8997-4CCB5FCF5E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550893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4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D062-A46D-384E-BA58-5879B4619C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0862" y="2349500"/>
            <a:ext cx="11090276" cy="3816000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nl-NL" noProof="0" dirty="0"/>
              <a:t>Grafiek , </a:t>
            </a:r>
            <a:r>
              <a:rPr lang="nl-NL" noProof="0" dirty="0" err="1"/>
              <a:t>table</a:t>
            </a:r>
            <a:r>
              <a:rPr lang="nl-NL" noProof="0" dirty="0"/>
              <a:t>, 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6FBC3-ED3E-E346-8A6C-5F4B5A27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692150"/>
            <a:ext cx="11090276" cy="1314450"/>
          </a:xfrm>
        </p:spPr>
        <p:txBody>
          <a:bodyPr anchor="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2F9012-E1D2-4A4D-BAEB-24040D8D491C}"/>
              </a:ext>
            </a:extLst>
          </p:cNvPr>
          <p:cNvGrpSpPr/>
          <p:nvPr userDrawn="1"/>
        </p:nvGrpSpPr>
        <p:grpSpPr>
          <a:xfrm>
            <a:off x="11496599" y="332656"/>
            <a:ext cx="407012" cy="348834"/>
            <a:chOff x="11496599" y="332656"/>
            <a:chExt cx="407012" cy="34883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6019297-87CF-E441-94AE-A7404D0DD5EF}"/>
                </a:ext>
              </a:extLst>
            </p:cNvPr>
            <p:cNvSpPr/>
            <p:nvPr userDrawn="1"/>
          </p:nvSpPr>
          <p:spPr>
            <a:xfrm>
              <a:off x="11496599" y="332656"/>
              <a:ext cx="174428" cy="348834"/>
            </a:xfrm>
            <a:custGeom>
              <a:avLst/>
              <a:gdLst>
                <a:gd name="connsiteX0" fmla="*/ 116317 w 174428"/>
                <a:gd name="connsiteY0" fmla="*/ 203556 h 348834"/>
                <a:gd name="connsiteX1" fmla="*/ 174428 w 174428"/>
                <a:gd name="connsiteY1" fmla="*/ 203556 h 348834"/>
                <a:gd name="connsiteX2" fmla="*/ 174428 w 174428"/>
                <a:gd name="connsiteY2" fmla="*/ 348834 h 348834"/>
                <a:gd name="connsiteX3" fmla="*/ 116317 w 174428"/>
                <a:gd name="connsiteY3" fmla="*/ 348834 h 348834"/>
                <a:gd name="connsiteX4" fmla="*/ 116317 w 174428"/>
                <a:gd name="connsiteY4" fmla="*/ 203556 h 348834"/>
                <a:gd name="connsiteX5" fmla="*/ 116317 w 174428"/>
                <a:gd name="connsiteY5" fmla="*/ 0 h 348834"/>
                <a:gd name="connsiteX6" fmla="*/ 174428 w 174428"/>
                <a:gd name="connsiteY6" fmla="*/ 0 h 348834"/>
                <a:gd name="connsiteX7" fmla="*/ 174428 w 174428"/>
                <a:gd name="connsiteY7" fmla="*/ 145264 h 348834"/>
                <a:gd name="connsiteX8" fmla="*/ 116317 w 174428"/>
                <a:gd name="connsiteY8" fmla="*/ 145264 h 348834"/>
                <a:gd name="connsiteX9" fmla="*/ 116317 w 174428"/>
                <a:gd name="connsiteY9" fmla="*/ 0 h 348834"/>
                <a:gd name="connsiteX10" fmla="*/ 0 w 174428"/>
                <a:gd name="connsiteY10" fmla="*/ 0 h 348834"/>
                <a:gd name="connsiteX11" fmla="*/ 58111 w 174428"/>
                <a:gd name="connsiteY11" fmla="*/ 0 h 348834"/>
                <a:gd name="connsiteX12" fmla="*/ 58111 w 174428"/>
                <a:gd name="connsiteY12" fmla="*/ 348668 h 348834"/>
                <a:gd name="connsiteX13" fmla="*/ 0 w 174428"/>
                <a:gd name="connsiteY13" fmla="*/ 348668 h 348834"/>
                <a:gd name="connsiteX14" fmla="*/ 0 w 174428"/>
                <a:gd name="connsiteY14" fmla="*/ 0 h 34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4428" h="348834">
                  <a:moveTo>
                    <a:pt x="116317" y="203556"/>
                  </a:moveTo>
                  <a:lnTo>
                    <a:pt x="174428" y="203556"/>
                  </a:lnTo>
                  <a:lnTo>
                    <a:pt x="174428" y="348834"/>
                  </a:lnTo>
                  <a:lnTo>
                    <a:pt x="116317" y="348834"/>
                  </a:lnTo>
                  <a:cubicBezTo>
                    <a:pt x="116317" y="348834"/>
                    <a:pt x="116317" y="203556"/>
                    <a:pt x="116317" y="203556"/>
                  </a:cubicBezTo>
                  <a:close/>
                  <a:moveTo>
                    <a:pt x="116317" y="0"/>
                  </a:moveTo>
                  <a:lnTo>
                    <a:pt x="174428" y="0"/>
                  </a:lnTo>
                  <a:lnTo>
                    <a:pt x="174428" y="145264"/>
                  </a:lnTo>
                  <a:lnTo>
                    <a:pt x="116317" y="145264"/>
                  </a:lnTo>
                  <a:cubicBezTo>
                    <a:pt x="116317" y="145264"/>
                    <a:pt x="116317" y="0"/>
                    <a:pt x="116317" y="0"/>
                  </a:cubicBezTo>
                  <a:close/>
                  <a:moveTo>
                    <a:pt x="0" y="0"/>
                  </a:moveTo>
                  <a:lnTo>
                    <a:pt x="58111" y="0"/>
                  </a:lnTo>
                  <a:lnTo>
                    <a:pt x="58111" y="348668"/>
                  </a:lnTo>
                  <a:lnTo>
                    <a:pt x="0" y="348668"/>
                  </a:lnTo>
                  <a:cubicBezTo>
                    <a:pt x="0" y="348668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 dirty="0">
                <a:latin typeface="Arial" panose="020B0604020202020204" pitchFamily="34" charset="0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5602B6CB-0F5B-6444-9846-E680D97AFF53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A130835-FF24-324C-AED1-AB491E2276A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3AC7553-1A53-9C42-925B-8EF3D5E8C661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291CBFA-3265-D74E-9E5F-3250B16507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 noProof="0" dirty="0"/>
              <a:t>NAAM PRESENTATIE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96E8AF7-39D7-1E4D-88D0-888C3B9682F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317248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4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 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874B71D-7E90-DC47-ADA8-2E56B23E3E58}"/>
              </a:ext>
            </a:extLst>
          </p:cNvPr>
          <p:cNvGrpSpPr/>
          <p:nvPr userDrawn="1"/>
        </p:nvGrpSpPr>
        <p:grpSpPr>
          <a:xfrm>
            <a:off x="11496600" y="332656"/>
            <a:ext cx="407011" cy="348834"/>
            <a:chOff x="11496600" y="332656"/>
            <a:chExt cx="407011" cy="348834"/>
          </a:xfrm>
        </p:grpSpPr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11A046CB-86B2-344D-AF82-FACB1BA94968}"/>
                </a:ext>
              </a:extLst>
            </p:cNvPr>
            <p:cNvSpPr/>
            <p:nvPr userDrawn="1"/>
          </p:nvSpPr>
          <p:spPr>
            <a:xfrm>
              <a:off x="11612917" y="332656"/>
              <a:ext cx="58111" cy="145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alpha val="68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 dirty="0">
                <a:latin typeface="Arial" panose="020B0604020202020204" pitchFamily="34" charset="0"/>
              </a:endParaRPr>
            </a:p>
          </p:txBody>
        </p:sp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018AB066-8A27-AF4A-B176-DE92C738F2E4}"/>
                </a:ext>
              </a:extLst>
            </p:cNvPr>
            <p:cNvSpPr/>
            <p:nvPr userDrawn="1"/>
          </p:nvSpPr>
          <p:spPr>
            <a:xfrm>
              <a:off x="11612917" y="536212"/>
              <a:ext cx="58111" cy="145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alpha val="68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 dirty="0">
                <a:latin typeface="Arial" panose="020B0604020202020204" pitchFamily="34" charset="0"/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24725C09-C52E-E846-A4CA-4BECFCEF712D}"/>
                </a:ext>
              </a:extLst>
            </p:cNvPr>
            <p:cNvSpPr/>
            <p:nvPr userDrawn="1"/>
          </p:nvSpPr>
          <p:spPr>
            <a:xfrm>
              <a:off x="11496600" y="332656"/>
              <a:ext cx="58111" cy="348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bg2">
                <a:alpha val="68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 dirty="0">
                <a:latin typeface="Arial" panose="020B0604020202020204" pitchFamily="34" charset="0"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4E461D7F-241A-1444-9F7B-12B0FE4C9B1D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913CDB32-C92A-4941-BFB9-C975562FCB00}"/>
              </a:ext>
            </a:extLst>
          </p:cNvPr>
          <p:cNvSpPr txBox="1">
            <a:spLocks/>
          </p:cNvSpPr>
          <p:nvPr userDrawn="1"/>
        </p:nvSpPr>
        <p:spPr>
          <a:xfrm>
            <a:off x="1063496" y="2862695"/>
            <a:ext cx="10162864" cy="13717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Avenir Roman" panose="02000503020000020003" pitchFamily="2" charset="0"/>
                <a:ea typeface="+mj-ea"/>
                <a:cs typeface="+mj-cs"/>
              </a:defRPr>
            </a:lvl1pPr>
          </a:lstStyle>
          <a:p>
            <a:endParaRPr lang="en-US" sz="11500" b="1" i="0" dirty="0">
              <a:latin typeface="Arial Black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A0D0540-3E6E-0945-B120-276732767085}"/>
              </a:ext>
            </a:extLst>
          </p:cNvPr>
          <p:cNvSpPr txBox="1">
            <a:spLocks/>
          </p:cNvSpPr>
          <p:nvPr userDrawn="1"/>
        </p:nvSpPr>
        <p:spPr>
          <a:xfrm>
            <a:off x="1075036" y="4460272"/>
            <a:ext cx="10162864" cy="6480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bg1"/>
                </a:solidFill>
                <a:latin typeface="Avenir Roman" panose="02000503020000020003" pitchFamily="2" charset="0"/>
                <a:ea typeface="+mj-ea"/>
                <a:cs typeface="+mj-cs"/>
              </a:defRPr>
            </a:lvl1pPr>
          </a:lstStyle>
          <a:p>
            <a:endParaRPr lang="en-US" sz="2500" b="0" i="0" dirty="0">
              <a:latin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0CC193-7C60-E349-BC31-C15E811787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9370" y="5732462"/>
            <a:ext cx="11090275" cy="720726"/>
          </a:xfrm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6350" indent="0" algn="ctr">
              <a:buNone/>
              <a:tabLst/>
              <a:defRPr sz="1400">
                <a:solidFill>
                  <a:schemeClr val="bg1"/>
                </a:solidFill>
              </a:defRPr>
            </a:lvl2pPr>
            <a:lvl3pPr marL="6350" indent="0" algn="ctr">
              <a:buNone/>
              <a:tabLst/>
              <a:defRPr sz="1400">
                <a:solidFill>
                  <a:schemeClr val="bg1"/>
                </a:solidFill>
              </a:defRPr>
            </a:lvl3pPr>
            <a:lvl4pPr marL="6350" indent="0" algn="ctr">
              <a:buNone/>
              <a:tabLst/>
              <a:defRPr sz="1400">
                <a:solidFill>
                  <a:schemeClr val="bg1"/>
                </a:solidFill>
              </a:defRPr>
            </a:lvl4pPr>
            <a:lvl5pPr marL="6350" indent="0" algn="ctr">
              <a:buNone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0D08C5E-16C4-994E-A482-90504780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412776"/>
            <a:ext cx="11090275" cy="4034878"/>
          </a:xfrm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A55268-B5AB-8647-8B66-B3E837CE5F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476250"/>
            <a:ext cx="11090275" cy="7207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marL="6350" indent="0" algn="ctr">
              <a:buNone/>
              <a:tabLst/>
              <a:defRPr>
                <a:solidFill>
                  <a:schemeClr val="bg1"/>
                </a:solidFill>
              </a:defRPr>
            </a:lvl2pPr>
            <a:lvl3pPr marL="6350" indent="0" algn="ctr">
              <a:buNone/>
              <a:tabLst/>
              <a:defRPr>
                <a:solidFill>
                  <a:schemeClr val="bg1"/>
                </a:solidFill>
              </a:defRPr>
            </a:lvl3pPr>
            <a:lvl4pPr marL="6350" indent="0" algn="ctr">
              <a:buNone/>
              <a:tabLst/>
              <a:defRPr>
                <a:solidFill>
                  <a:schemeClr val="bg1"/>
                </a:solidFill>
              </a:defRPr>
            </a:lvl4pPr>
            <a:lvl5pPr marL="6350" indent="0" algn="ctr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1123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42738-4922-0648-BDE8-35216C522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76250"/>
            <a:ext cx="11090275" cy="1009651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74C5E-6F99-5E4E-8935-D507F12EC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825625"/>
            <a:ext cx="11090275" cy="4351338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  <a:endParaRPr lang="nl-NL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CDAA8-9D7C-144B-86EC-3A9805598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376" y="6356350"/>
            <a:ext cx="28146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7E01F0-4D7D-EF43-B804-D4924E605778}" type="datetime4">
              <a:rPr lang="nl-NL" smtClean="0"/>
              <a:t>1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52E4E-3B4A-8A4D-8CF5-2FFAEAFA6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2400" y="6356350"/>
            <a:ext cx="4752000" cy="36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nl-NL" noProof="0" dirty="0"/>
              <a:t>NAAM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01C2E-C291-CC4F-B519-367589415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1138" y="6356350"/>
            <a:ext cx="3664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EC1B0D69-B8A6-8744-9E7E-380CD2AD97F8}" type="slidenum">
              <a:rPr lang="nl-NL" noProof="0" smtClean="0"/>
              <a:pPr/>
              <a:t>‹#›</a:t>
            </a:fld>
            <a:endParaRPr lang="nl-NL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0FDCB9A-8761-334E-B1B4-D2DA4945FFAB}"/>
              </a:ext>
            </a:extLst>
          </p:cNvPr>
          <p:cNvGrpSpPr/>
          <p:nvPr userDrawn="1"/>
        </p:nvGrpSpPr>
        <p:grpSpPr>
          <a:xfrm>
            <a:off x="11496599" y="332656"/>
            <a:ext cx="407012" cy="348834"/>
            <a:chOff x="11496599" y="332656"/>
            <a:chExt cx="407012" cy="348834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C70E99D-78B4-B649-86A3-99FA95F8B9EA}"/>
                </a:ext>
              </a:extLst>
            </p:cNvPr>
            <p:cNvSpPr/>
            <p:nvPr userDrawn="1"/>
          </p:nvSpPr>
          <p:spPr>
            <a:xfrm>
              <a:off x="11496599" y="332656"/>
              <a:ext cx="174428" cy="348834"/>
            </a:xfrm>
            <a:custGeom>
              <a:avLst/>
              <a:gdLst>
                <a:gd name="connsiteX0" fmla="*/ 116317 w 174428"/>
                <a:gd name="connsiteY0" fmla="*/ 203556 h 348834"/>
                <a:gd name="connsiteX1" fmla="*/ 174428 w 174428"/>
                <a:gd name="connsiteY1" fmla="*/ 203556 h 348834"/>
                <a:gd name="connsiteX2" fmla="*/ 174428 w 174428"/>
                <a:gd name="connsiteY2" fmla="*/ 348834 h 348834"/>
                <a:gd name="connsiteX3" fmla="*/ 116317 w 174428"/>
                <a:gd name="connsiteY3" fmla="*/ 348834 h 348834"/>
                <a:gd name="connsiteX4" fmla="*/ 116317 w 174428"/>
                <a:gd name="connsiteY4" fmla="*/ 203556 h 348834"/>
                <a:gd name="connsiteX5" fmla="*/ 116317 w 174428"/>
                <a:gd name="connsiteY5" fmla="*/ 0 h 348834"/>
                <a:gd name="connsiteX6" fmla="*/ 174428 w 174428"/>
                <a:gd name="connsiteY6" fmla="*/ 0 h 348834"/>
                <a:gd name="connsiteX7" fmla="*/ 174428 w 174428"/>
                <a:gd name="connsiteY7" fmla="*/ 145264 h 348834"/>
                <a:gd name="connsiteX8" fmla="*/ 116317 w 174428"/>
                <a:gd name="connsiteY8" fmla="*/ 145264 h 348834"/>
                <a:gd name="connsiteX9" fmla="*/ 116317 w 174428"/>
                <a:gd name="connsiteY9" fmla="*/ 0 h 348834"/>
                <a:gd name="connsiteX10" fmla="*/ 0 w 174428"/>
                <a:gd name="connsiteY10" fmla="*/ 0 h 348834"/>
                <a:gd name="connsiteX11" fmla="*/ 58111 w 174428"/>
                <a:gd name="connsiteY11" fmla="*/ 0 h 348834"/>
                <a:gd name="connsiteX12" fmla="*/ 58111 w 174428"/>
                <a:gd name="connsiteY12" fmla="*/ 348668 h 348834"/>
                <a:gd name="connsiteX13" fmla="*/ 0 w 174428"/>
                <a:gd name="connsiteY13" fmla="*/ 348668 h 348834"/>
                <a:gd name="connsiteX14" fmla="*/ 0 w 174428"/>
                <a:gd name="connsiteY14" fmla="*/ 0 h 34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4428" h="348834">
                  <a:moveTo>
                    <a:pt x="116317" y="203556"/>
                  </a:moveTo>
                  <a:lnTo>
                    <a:pt x="174428" y="203556"/>
                  </a:lnTo>
                  <a:lnTo>
                    <a:pt x="174428" y="348834"/>
                  </a:lnTo>
                  <a:lnTo>
                    <a:pt x="116317" y="348834"/>
                  </a:lnTo>
                  <a:cubicBezTo>
                    <a:pt x="116317" y="348834"/>
                    <a:pt x="116317" y="203556"/>
                    <a:pt x="116317" y="203556"/>
                  </a:cubicBezTo>
                  <a:close/>
                  <a:moveTo>
                    <a:pt x="116317" y="0"/>
                  </a:moveTo>
                  <a:lnTo>
                    <a:pt x="174428" y="0"/>
                  </a:lnTo>
                  <a:lnTo>
                    <a:pt x="174428" y="145264"/>
                  </a:lnTo>
                  <a:lnTo>
                    <a:pt x="116317" y="145264"/>
                  </a:lnTo>
                  <a:cubicBezTo>
                    <a:pt x="116317" y="145264"/>
                    <a:pt x="116317" y="0"/>
                    <a:pt x="116317" y="0"/>
                  </a:cubicBezTo>
                  <a:close/>
                  <a:moveTo>
                    <a:pt x="0" y="0"/>
                  </a:moveTo>
                  <a:lnTo>
                    <a:pt x="58111" y="0"/>
                  </a:lnTo>
                  <a:lnTo>
                    <a:pt x="58111" y="348668"/>
                  </a:lnTo>
                  <a:lnTo>
                    <a:pt x="0" y="348668"/>
                  </a:lnTo>
                  <a:cubicBezTo>
                    <a:pt x="0" y="348668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470A971C-1229-3147-818F-F169AF366571}"/>
                </a:ext>
              </a:extLst>
            </p:cNvPr>
            <p:cNvSpPr/>
            <p:nvPr userDrawn="1"/>
          </p:nvSpPr>
          <p:spPr>
            <a:xfrm>
              <a:off x="11729235" y="332656"/>
              <a:ext cx="174376" cy="26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98" y="14399"/>
                  </a:moveTo>
                  <a:lnTo>
                    <a:pt x="21598" y="0"/>
                  </a:lnTo>
                  <a:lnTo>
                    <a:pt x="14400" y="0"/>
                  </a:lnTo>
                  <a:lnTo>
                    <a:pt x="14400" y="14399"/>
                  </a:lnTo>
                  <a:cubicBezTo>
                    <a:pt x="14400" y="15724"/>
                    <a:pt x="12783" y="16800"/>
                    <a:pt x="10801" y="16800"/>
                  </a:cubicBezTo>
                  <a:cubicBezTo>
                    <a:pt x="8806" y="16800"/>
                    <a:pt x="7202" y="15724"/>
                    <a:pt x="7202" y="14399"/>
                  </a:cubicBezTo>
                  <a:lnTo>
                    <a:pt x="7202" y="0"/>
                  </a:lnTo>
                  <a:lnTo>
                    <a:pt x="3" y="0"/>
                  </a:lnTo>
                  <a:lnTo>
                    <a:pt x="0" y="14399"/>
                  </a:lnTo>
                  <a:cubicBezTo>
                    <a:pt x="0" y="18386"/>
                    <a:pt x="4828" y="21600"/>
                    <a:pt x="10801" y="21600"/>
                  </a:cubicBezTo>
                  <a:cubicBezTo>
                    <a:pt x="16774" y="21600"/>
                    <a:pt x="21600" y="18386"/>
                    <a:pt x="21600" y="14399"/>
                  </a:cubicBezTo>
                  <a:cubicBezTo>
                    <a:pt x="21600" y="14399"/>
                    <a:pt x="21598" y="14399"/>
                    <a:pt x="21598" y="14399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b="0" i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70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64" r:id="rId3"/>
    <p:sldLayoutId id="2147483669" r:id="rId4"/>
    <p:sldLayoutId id="2147483650" r:id="rId5"/>
    <p:sldLayoutId id="2147483681" r:id="rId6"/>
    <p:sldLayoutId id="2147483679" r:id="rId7"/>
    <p:sldLayoutId id="2147483670" r:id="rId8"/>
    <p:sldLayoutId id="2147483663" r:id="rId9"/>
    <p:sldLayoutId id="2147483672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68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rgbClr val="0099D4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Clr>
          <a:srgbClr val="0099D4"/>
        </a:buClr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269875" indent="-263525" algn="l" defTabSz="914400" rtl="0" eaLnBrk="1" latinLnBrk="0" hangingPunct="1">
        <a:lnSpc>
          <a:spcPct val="110000"/>
        </a:lnSpc>
        <a:spcBef>
          <a:spcPts val="600"/>
        </a:spcBef>
        <a:buClr>
          <a:srgbClr val="0099D4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533400" indent="-263525" algn="l" defTabSz="914400" rtl="0" eaLnBrk="1" latinLnBrk="0" hangingPunct="1">
        <a:lnSpc>
          <a:spcPct val="110000"/>
        </a:lnSpc>
        <a:spcBef>
          <a:spcPts val="600"/>
        </a:spcBef>
        <a:buClr>
          <a:srgbClr val="0099D4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804863" indent="-271463" algn="l" defTabSz="914400" rtl="0" eaLnBrk="1" latinLnBrk="0" hangingPunct="1">
        <a:lnSpc>
          <a:spcPct val="110000"/>
        </a:lnSpc>
        <a:spcBef>
          <a:spcPts val="600"/>
        </a:spcBef>
        <a:buClr>
          <a:srgbClr val="0099D4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068388" indent="-263525" algn="l" defTabSz="914400" rtl="0" eaLnBrk="1" latinLnBrk="0" hangingPunct="1">
        <a:lnSpc>
          <a:spcPct val="110000"/>
        </a:lnSpc>
        <a:spcBef>
          <a:spcPts val="600"/>
        </a:spcBef>
        <a:buClr>
          <a:srgbClr val="0099D4"/>
        </a:buClr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58" userDrawn="1">
          <p15:clr>
            <a:srgbClr val="F26B43"/>
          </p15:clr>
        </p15:guide>
        <p15:guide id="4" orient="horz" pos="436" userDrawn="1">
          <p15:clr>
            <a:srgbClr val="F26B43"/>
          </p15:clr>
        </p15:guide>
        <p15:guide id="5" orient="horz" pos="300" userDrawn="1">
          <p15:clr>
            <a:srgbClr val="F26B43"/>
          </p15:clr>
        </p15:guide>
        <p15:guide id="6" pos="347" userDrawn="1">
          <p15:clr>
            <a:srgbClr val="F26B43"/>
          </p15:clr>
        </p15:guide>
        <p15:guide id="7" pos="7333" userDrawn="1">
          <p15:clr>
            <a:srgbClr val="F26B43"/>
          </p15:clr>
        </p15:guide>
        <p15:guide id="8" orient="horz" pos="4065" userDrawn="1">
          <p15:clr>
            <a:srgbClr val="F26B43"/>
          </p15:clr>
        </p15:guide>
        <p15:guide id="9" pos="3522" userDrawn="1">
          <p15:clr>
            <a:srgbClr val="F26B43"/>
          </p15:clr>
        </p15:guide>
        <p15:guide id="10" orient="horz" pos="1480" userDrawn="1">
          <p15:clr>
            <a:srgbClr val="F26B43"/>
          </p15:clr>
        </p15:guide>
        <p15:guide id="11" orient="horz" pos="3884" userDrawn="1">
          <p15:clr>
            <a:srgbClr val="F26B43"/>
          </p15:clr>
        </p15:guide>
        <p15:guide id="12" orient="horz" pos="12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964A64A-324A-0347-9067-1916E2DEC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476250"/>
            <a:ext cx="5329114" cy="3566407"/>
          </a:xfrm>
        </p:spPr>
        <p:txBody>
          <a:bodyPr/>
          <a:lstStyle/>
          <a:p>
            <a:br>
              <a:rPr lang="nl-NL" dirty="0"/>
            </a:br>
            <a:r>
              <a:rPr lang="nl-NL" sz="4800" dirty="0"/>
              <a:t>Solliciteren en POP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54D1C3-1C5B-AB44-92BF-E500590ED6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" name="Picture Placeholder 6">
            <a:extLst>
              <a:ext uri="{FF2B5EF4-FFF2-40B4-BE49-F238E27FC236}">
                <a16:creationId xmlns:a16="http://schemas.microsoft.com/office/drawing/2014/main" id="{0EBB1B35-9093-8741-9A97-0622CB9B7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5661248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49002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93D8-8C2E-15B9-EFCA-C4F7C61F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B59883-20D6-17DA-ADFB-82AF3C589A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nl-NL" b="1" dirty="0"/>
              <a:t>Waar gaan we het over hebben?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6F832-CB75-0F27-3A54-77C784A1D0D4}"/>
              </a:ext>
            </a:extLst>
          </p:cNvPr>
          <p:cNvSpPr txBox="1"/>
          <p:nvPr/>
        </p:nvSpPr>
        <p:spPr>
          <a:xfrm>
            <a:off x="550863" y="1880828"/>
            <a:ext cx="11233769" cy="309634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marL="457200" indent="-457200" algn="l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Solliciteren naar rollen project: sollicitatiebrief en CV maken</a:t>
            </a:r>
          </a:p>
          <a:p>
            <a:pPr marL="457200" indent="-457200" algn="l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Persoonlijk </a:t>
            </a:r>
            <a:r>
              <a:rPr lang="nl-NL" sz="2800" dirty="0" err="1">
                <a:latin typeface="Arial" panose="020B0604020202020204" pitchFamily="34" charset="0"/>
                <a:cs typeface="Arial" panose="020B0604020202020204" pitchFamily="34" charset="0"/>
              </a:rPr>
              <a:t>Ontwikkelings</a:t>
            </a: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 Plan (POP)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15945-6FBB-F88A-FE2C-FE0C99B6EF42}"/>
              </a:ext>
            </a:extLst>
          </p:cNvPr>
          <p:cNvSpPr txBox="1"/>
          <p:nvPr/>
        </p:nvSpPr>
        <p:spPr>
          <a:xfrm>
            <a:off x="550863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410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DB28-8664-8F77-8FEC-59AD6AA1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DA6A9B-876F-4245-8559-C03B88ABCC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P</a:t>
            </a:r>
            <a:r>
              <a:rPr lang="nl-NL" b="1" dirty="0" err="1"/>
              <a:t>roject</a:t>
            </a:r>
            <a:r>
              <a:rPr lang="nl-NL" b="1" dirty="0"/>
              <a:t> en rollen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E450D-4647-F475-92A0-2B431C3CF193}"/>
              </a:ext>
            </a:extLst>
          </p:cNvPr>
          <p:cNvSpPr txBox="1"/>
          <p:nvPr/>
        </p:nvSpPr>
        <p:spPr>
          <a:xfrm>
            <a:off x="550863" y="1880828"/>
            <a:ext cx="11233769" cy="309634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marL="457200" indent="-457200" algn="l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Morgen presentaties projecten in de les</a:t>
            </a:r>
          </a:p>
          <a:p>
            <a:pPr marL="457200" indent="-457200" algn="l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Keuze maken voor 1 project met zijn 4-en</a:t>
            </a:r>
          </a:p>
          <a:p>
            <a:pPr marL="457200" indent="-457200" algn="l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Solliciteren naar de rollen (sollicitatiebrief en CV)</a:t>
            </a:r>
          </a:p>
          <a:p>
            <a:pPr marL="457200" indent="-457200" algn="l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Mogelijke rollen: </a:t>
            </a:r>
            <a:r>
              <a:rPr lang="nl-NL" sz="2800" dirty="0" err="1"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 lead, software engineer en scrum master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A58DE-5ED8-60ED-D5E0-EB154090FCDF}"/>
              </a:ext>
            </a:extLst>
          </p:cNvPr>
          <p:cNvSpPr txBox="1"/>
          <p:nvPr/>
        </p:nvSpPr>
        <p:spPr>
          <a:xfrm>
            <a:off x="550863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527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93DD-1D2D-F36B-A11E-5E00D6C0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339FC1-36D0-70E2-E0B6-7841A416D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R</a:t>
            </a:r>
            <a:r>
              <a:rPr lang="nl-NL" b="1" dirty="0" err="1"/>
              <a:t>ol</a:t>
            </a:r>
            <a:r>
              <a:rPr lang="nl-NL" b="1" dirty="0"/>
              <a:t> Technical Lead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DDE34-BC37-E213-41C4-3718B6175DE8}"/>
              </a:ext>
            </a:extLst>
          </p:cNvPr>
          <p:cNvSpPr txBox="1"/>
          <p:nvPr/>
        </p:nvSpPr>
        <p:spPr>
          <a:xfrm>
            <a:off x="479115" y="1847152"/>
            <a:ext cx="11233769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 lnSpcReduction="10000"/>
          </a:bodyPr>
          <a:lstStyle/>
          <a:p>
            <a:pPr marL="45720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Verantwoordelijk voor kwaliteit van de software(architectuur)</a:t>
            </a:r>
          </a:p>
          <a:p>
            <a:pPr marL="45720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Onderhouden van de ontwikkelomgeving van je team</a:t>
            </a:r>
          </a:p>
          <a:p>
            <a:pPr marL="45720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Ondersteunen of nemen van technische beslissingen</a:t>
            </a:r>
          </a:p>
          <a:p>
            <a:pPr marL="45720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Overzicht houden/samenhang technische oplossingen</a:t>
            </a:r>
          </a:p>
          <a:p>
            <a:pPr marL="45720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Helpen van teamleden bij technische vraagstukken </a:t>
            </a:r>
          </a:p>
          <a:p>
            <a:pPr marL="45720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Meewerken als software </a:t>
            </a:r>
            <a:r>
              <a:rPr lang="nl-NL" sz="2800" dirty="0" err="1"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Past mogelijk bij jou als je:</a:t>
            </a:r>
            <a:b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graag met techniek bezig bent en het leuk vindt om overzicht te houden en anderen te helpen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871B6-C6D1-06D4-FA54-4DD44124E3EA}"/>
              </a:ext>
            </a:extLst>
          </p:cNvPr>
          <p:cNvSpPr txBox="1"/>
          <p:nvPr/>
        </p:nvSpPr>
        <p:spPr>
          <a:xfrm>
            <a:off x="550863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8319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80B5F-0E27-929F-9B45-CF65C16A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B4B3D3-2A2A-FB3A-3509-CF1AD7C016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R</a:t>
            </a:r>
            <a:r>
              <a:rPr lang="nl-NL" b="1" dirty="0" err="1"/>
              <a:t>ol</a:t>
            </a:r>
            <a:r>
              <a:rPr lang="nl-NL" b="1" dirty="0"/>
              <a:t> Software Engineer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57F54-2D53-E417-9561-AC60C96BB2D2}"/>
              </a:ext>
            </a:extLst>
          </p:cNvPr>
          <p:cNvSpPr txBox="1"/>
          <p:nvPr/>
        </p:nvSpPr>
        <p:spPr>
          <a:xfrm>
            <a:off x="550863" y="1880828"/>
            <a:ext cx="11233769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marL="457200" lvl="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Ontwerpen en ontwikkelen van software </a:t>
            </a:r>
          </a:p>
          <a:p>
            <a:pPr marL="457200" lvl="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Schrijven van software en verbeteren</a:t>
            </a:r>
          </a:p>
          <a:p>
            <a:pPr marL="457200" lvl="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Testen en debuggen van software</a:t>
            </a:r>
          </a:p>
          <a:p>
            <a:pPr marL="457200" lvl="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Oplossen van technische problemen</a:t>
            </a:r>
          </a:p>
          <a:p>
            <a:pPr marL="457200" lvl="0" indent="-457200">
              <a:buFontTx/>
              <a:buChar char="-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Samenwerken aan nieuwe functionaliteiten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Past mogelijk bij jou als je:</a:t>
            </a:r>
            <a:b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graag programmeert, problemen oplost en jezelf technisch wilt ontwikkelen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B03C0-82BD-528C-72BB-6189A87D9792}"/>
              </a:ext>
            </a:extLst>
          </p:cNvPr>
          <p:cNvSpPr txBox="1"/>
          <p:nvPr/>
        </p:nvSpPr>
        <p:spPr>
          <a:xfrm>
            <a:off x="550863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5713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4F9F-9FCE-2E28-0594-56332BB5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3A2046-F6C8-6DE7-03CF-81B6798A4D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R</a:t>
            </a:r>
            <a:r>
              <a:rPr lang="nl-NL" b="1" dirty="0" err="1"/>
              <a:t>ol</a:t>
            </a:r>
            <a:r>
              <a:rPr lang="nl-NL" b="1" dirty="0"/>
              <a:t> Scrum Master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86CF1-2115-8447-1063-7BD81DE3F100}"/>
              </a:ext>
            </a:extLst>
          </p:cNvPr>
          <p:cNvSpPr txBox="1"/>
          <p:nvPr/>
        </p:nvSpPr>
        <p:spPr>
          <a:xfrm>
            <a:off x="550863" y="1880828"/>
            <a:ext cx="11233769" cy="4788532"/>
          </a:xfrm>
          <a:prstGeom prst="rect">
            <a:avLst/>
          </a:prstGeom>
        </p:spPr>
        <p:txBody>
          <a:bodyPr vert="horz" wrap="square" lIns="0" tIns="45720" rIns="91440" bIns="45720" rtlCol="0">
            <a:normAutofit fontScale="92500" lnSpcReduction="20000"/>
          </a:bodyPr>
          <a:lstStyle/>
          <a:p>
            <a:pPr marL="285750" lvl="0" indent="-285750">
              <a:buFontTx/>
              <a:buChar char="-"/>
            </a:pP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Begeleiden van het scrumproces</a:t>
            </a:r>
          </a:p>
          <a:p>
            <a:pPr marL="285750" lvl="0" indent="-285750">
              <a:buFontTx/>
              <a:buChar char="-"/>
            </a:pP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Faciliteren van bijeenkomsten, vastleggen van afspraken etc. </a:t>
            </a:r>
          </a:p>
          <a:p>
            <a:pPr marL="285750" lvl="0" indent="-285750">
              <a:buFontTx/>
              <a:buChar char="-"/>
            </a:pP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Stimuleren van de samenwerking in het team</a:t>
            </a:r>
          </a:p>
          <a:p>
            <a:pPr marL="285750" indent="-285750" fontAlgn="t">
              <a:buFontTx/>
              <a:buChar char="-"/>
            </a:pP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Helpen het team te reflecteren en te verbeteren</a:t>
            </a:r>
          </a:p>
          <a:p>
            <a:pPr marL="285750" indent="-285750" fontAlgn="t">
              <a:buFontTx/>
              <a:buChar char="-"/>
            </a:pP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Ondersteunt het team bij technische vraagstukken en afstemming</a:t>
            </a:r>
          </a:p>
          <a:p>
            <a:pPr marL="285750" indent="-285750" fontAlgn="t">
              <a:buFontTx/>
              <a:buChar char="-"/>
            </a:pP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Denkt mee over architectuur, </a:t>
            </a:r>
            <a:r>
              <a:rPr lang="nl-NL" sz="3000" dirty="0" err="1">
                <a:latin typeface="Arial" panose="020B0604020202020204" pitchFamily="34" charset="0"/>
                <a:cs typeface="Arial" panose="020B0604020202020204" pitchFamily="34" charset="0"/>
              </a:rPr>
              <a:t>tooling</a:t>
            </a: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 en ontwikkelprocessen</a:t>
            </a:r>
          </a:p>
          <a:p>
            <a:pPr marL="285750" lvl="0" indent="-285750">
              <a:buFontTx/>
              <a:buChar char="-"/>
            </a:pPr>
            <a:endParaRPr lang="nl-NL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nl-NL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Past mogelijk bij jou als je:</a:t>
            </a:r>
            <a:b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3000" dirty="0">
                <a:latin typeface="Arial" panose="020B0604020202020204" pitchFamily="34" charset="0"/>
                <a:cs typeface="Arial" panose="020B0604020202020204" pitchFamily="34" charset="0"/>
              </a:rPr>
              <a:t>graag met mensen werkt, goed kunt luisteren en energie krijgt van organiseren en samenwerken maar ook interesse hebt in ICT, techniek en het verbeteren van ontwikkelprocessen.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055C0-01FE-569B-8273-AB17774B74E1}"/>
              </a:ext>
            </a:extLst>
          </p:cNvPr>
          <p:cNvSpPr txBox="1"/>
          <p:nvPr/>
        </p:nvSpPr>
        <p:spPr>
          <a:xfrm>
            <a:off x="550863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19189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0D29-1C54-9862-0597-A6B040DA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5107A0-D7F8-F957-E025-CB3C4A55CC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Welke </a:t>
            </a:r>
            <a:r>
              <a:rPr lang="en-US" b="1" dirty="0" err="1"/>
              <a:t>rol</a:t>
            </a:r>
            <a:r>
              <a:rPr lang="en-US" b="1" dirty="0"/>
              <a:t> past bij </a:t>
            </a:r>
            <a:r>
              <a:rPr lang="en-US" b="1" dirty="0" err="1"/>
              <a:t>jou</a:t>
            </a:r>
            <a:r>
              <a:rPr lang="en-US" b="1" dirty="0"/>
              <a:t>?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9D8DE-6173-A584-05D5-D86806C97E40}"/>
              </a:ext>
            </a:extLst>
          </p:cNvPr>
          <p:cNvSpPr txBox="1"/>
          <p:nvPr/>
        </p:nvSpPr>
        <p:spPr>
          <a:xfrm>
            <a:off x="550863" y="1880828"/>
            <a:ext cx="11233769" cy="399644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>
              <a:lnSpc>
                <a:spcPct val="80000"/>
              </a:lnSpc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Punten die genoemd zijn bij de verschillende rollen en:</a:t>
            </a:r>
          </a:p>
          <a:p>
            <a:endParaRPr lang="nl-NL" dirty="0"/>
          </a:p>
          <a:p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Waar krijg je energie van?</a:t>
            </a:r>
            <a:b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Waar ben je goed in?</a:t>
            </a:r>
            <a:b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Wat wil je leren?</a:t>
            </a:r>
            <a:b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Waar wil je verantwoordelijkheid voor nemen?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BC198-C630-C99B-3169-D20DDFAC736D}"/>
              </a:ext>
            </a:extLst>
          </p:cNvPr>
          <p:cNvSpPr txBox="1"/>
          <p:nvPr/>
        </p:nvSpPr>
        <p:spPr>
          <a:xfrm>
            <a:off x="550863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43638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EDBC-9C31-AB79-4119-516A0E8E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DAEBCF-3A69-7740-7B4C-978DD5C57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368" y="260648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Wat </a:t>
            </a:r>
            <a:r>
              <a:rPr lang="en-US" b="1" dirty="0" err="1"/>
              <a:t>staat</a:t>
            </a:r>
            <a:r>
              <a:rPr lang="en-US" b="1" dirty="0"/>
              <a:t> er in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goede</a:t>
            </a:r>
            <a:r>
              <a:rPr lang="en-US" b="1" dirty="0"/>
              <a:t> </a:t>
            </a:r>
            <a:r>
              <a:rPr lang="en-US" b="1" dirty="0" err="1"/>
              <a:t>sollicitatiebrief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5E934-7303-CA43-7E92-DB226FDDBD7D}"/>
              </a:ext>
            </a:extLst>
          </p:cNvPr>
          <p:cNvSpPr txBox="1"/>
          <p:nvPr/>
        </p:nvSpPr>
        <p:spPr>
          <a:xfrm>
            <a:off x="550863" y="1124744"/>
            <a:ext cx="11233769" cy="5733256"/>
          </a:xfrm>
          <a:prstGeom prst="rect">
            <a:avLst/>
          </a:prstGeom>
        </p:spPr>
        <p:txBody>
          <a:bodyPr vert="horz" wrap="square" lIns="0" tIns="45720" rIns="91440" bIns="45720" rtlCol="0">
            <a:normAutofit fontScale="55000" lnSpcReduction="20000"/>
          </a:bodyPr>
          <a:lstStyle/>
          <a:p>
            <a:pPr fontAlgn="t">
              <a:lnSpc>
                <a:spcPct val="100000"/>
              </a:lnSpc>
              <a:buNone/>
            </a:pPr>
            <a:endParaRPr lang="nl-NL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nl-NL" sz="38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nl-NL" sz="4700" b="1" dirty="0">
                <a:latin typeface="Arial" panose="020B0604020202020204" pitchFamily="34" charset="0"/>
                <a:cs typeface="Arial" panose="020B0604020202020204" pitchFamily="34" charset="0"/>
              </a:rPr>
              <a:t>Waarom deze rol?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Wat spreekt je aan in deze functie?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Waarom past deze rol bij jouw interesses en ambities?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Wat motiveert jou om deze rol uit te voeren?</a:t>
            </a:r>
          </a:p>
          <a:p>
            <a:pPr fontAlgn="t">
              <a:lnSpc>
                <a:spcPct val="100000"/>
              </a:lnSpc>
              <a:buNone/>
            </a:pPr>
            <a:r>
              <a:rPr lang="nl-NL" sz="4700" b="1" dirty="0">
                <a:latin typeface="Arial" panose="020B0604020202020204" pitchFamily="34" charset="0"/>
                <a:cs typeface="Arial" panose="020B0604020202020204" pitchFamily="34" charset="0"/>
              </a:rPr>
              <a:t>2. Waarom jij?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Welke kennis en vaardigheden neem je mee?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Welke relevante ervaring heb je?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Welke persoonlijke kwaliteiten maken jou geschikt?</a:t>
            </a:r>
          </a:p>
          <a:p>
            <a:pPr fontAlgn="t">
              <a:lnSpc>
                <a:spcPct val="100000"/>
              </a:lnSpc>
              <a:buNone/>
            </a:pPr>
            <a:r>
              <a:rPr lang="nl-NL" sz="4700" b="1" dirty="0">
                <a:latin typeface="Arial" panose="020B0604020202020204" pitchFamily="34" charset="0"/>
                <a:cs typeface="Arial" panose="020B0604020202020204" pitchFamily="34" charset="0"/>
              </a:rPr>
              <a:t>3. Waarom deze organisatie? </a:t>
            </a:r>
            <a:r>
              <a:rPr lang="nl-NL" sz="4700" b="1" i="1" dirty="0">
                <a:latin typeface="Arial" panose="020B0604020202020204" pitchFamily="34" charset="0"/>
                <a:cs typeface="Arial" panose="020B0604020202020204" pitchFamily="34" charset="0"/>
              </a:rPr>
              <a:t>(bij een echte sollicitatie)</a:t>
            </a:r>
            <a:endParaRPr lang="nl-NL" sz="4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Wat spreekt je aan in het bedrijf en waarom wil je juist hier werken?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Hoe sluit de organisatie aan bij jouw waarden en doelen?</a:t>
            </a:r>
          </a:p>
          <a:p>
            <a:pPr fontAlgn="t">
              <a:lnSpc>
                <a:spcPct val="100000"/>
              </a:lnSpc>
              <a:buNone/>
            </a:pPr>
            <a:r>
              <a:rPr lang="nl-NL" sz="4700" b="1" dirty="0">
                <a:latin typeface="Arial" panose="020B0604020202020204" pitchFamily="34" charset="0"/>
                <a:cs typeface="Arial" panose="020B0604020202020204" pitchFamily="34" charset="0"/>
              </a:rPr>
              <a:t>4. Wat ga je bijdragen?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Wat voeg jij toe aan het team?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Hoe ga je helpen om doelen te bereiken?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Welke resultaten wil je realiseren?</a:t>
            </a:r>
          </a:p>
          <a:p>
            <a:pPr fontAlgn="t">
              <a:lnSpc>
                <a:spcPct val="100000"/>
              </a:lnSpc>
              <a:buNone/>
            </a:pPr>
            <a:r>
              <a:rPr lang="nl-NL" sz="4700" b="1" dirty="0">
                <a:latin typeface="Arial" panose="020B0604020202020204" pitchFamily="34" charset="0"/>
                <a:cs typeface="Arial" panose="020B0604020202020204" pitchFamily="34" charset="0"/>
              </a:rPr>
              <a:t>5. Sterke afsluiting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4700" dirty="0">
                <a:latin typeface="Arial" panose="020B0604020202020204" pitchFamily="34" charset="0"/>
                <a:cs typeface="Arial" panose="020B0604020202020204" pitchFamily="34" charset="0"/>
              </a:rPr>
              <a:t>Toon enthousiasme en iets over uitnodiging voor gesprek</a:t>
            </a:r>
          </a:p>
          <a:p>
            <a:endParaRPr lang="nl-NL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CE013-2678-C802-350E-C48D117F4CEB}"/>
              </a:ext>
            </a:extLst>
          </p:cNvPr>
          <p:cNvSpPr txBox="1"/>
          <p:nvPr/>
        </p:nvSpPr>
        <p:spPr>
          <a:xfrm>
            <a:off x="550863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2694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8A02-08FC-DC5F-0C1B-E59B5878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782C14-0F0E-80FC-2DF9-94C4942F4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Tips voor </a:t>
            </a:r>
            <a:r>
              <a:rPr lang="en-US" b="1" dirty="0" err="1"/>
              <a:t>sollicitatiebrief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671D7-1736-3F40-1B5F-436295E00FF2}"/>
              </a:ext>
            </a:extLst>
          </p:cNvPr>
          <p:cNvSpPr txBox="1"/>
          <p:nvPr/>
        </p:nvSpPr>
        <p:spPr>
          <a:xfrm>
            <a:off x="550863" y="1880828"/>
            <a:ext cx="11233769" cy="4860540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r>
              <a:rPr lang="nl-NL" sz="2800" b="1" dirty="0">
                <a:latin typeface="Arial" panose="020B0604020202020204" pitchFamily="34" charset="0"/>
                <a:cs typeface="Arial" panose="020B0604020202020204" pitchFamily="34" charset="0"/>
              </a:rPr>
              <a:t>Niet alleen zeggen wat je bent. Laat zien waaruit dat blijkt.</a:t>
            </a:r>
          </a:p>
          <a:p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Ik ben goed in samenwerken of ik heb veel technisch inzicht of ik ben goed in C++ is niet genoeg. “Tijdens een vorig groepsproject…” Mijn bijdrage was…” Het resultaat was…”</a:t>
            </a:r>
          </a:p>
          <a:p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Voorbeeld van een hele </a:t>
            </a:r>
            <a:r>
              <a:rPr lang="nl-NL" sz="2800" dirty="0" err="1">
                <a:latin typeface="Arial" panose="020B0604020202020204" pitchFamily="34" charset="0"/>
                <a:cs typeface="Arial" panose="020B0604020202020204" pitchFamily="34" charset="0"/>
              </a:rPr>
              <a:t>zin:“Tijdens</a:t>
            </a: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 mijn vorige groepsproject nam ik regelmatig het initiatief om taken te verdelen en afspraken te bewaken. Hierdoor hield het team overzicht en konden we onze onderdelen op tijd samenvoegen.”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F59C8-BD14-E158-25AC-BCD2D6F30DBA}"/>
              </a:ext>
            </a:extLst>
          </p:cNvPr>
          <p:cNvSpPr txBox="1"/>
          <p:nvPr/>
        </p:nvSpPr>
        <p:spPr>
          <a:xfrm>
            <a:off x="550863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35030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73DB-A6E8-A7FF-7B32-D87ED008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3E4CC6-45B9-DC69-55C6-D29556947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/>
              <a:t>Curriculum Vitae (CV)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76465-D99D-DBF7-735D-C100D28C244E}"/>
              </a:ext>
            </a:extLst>
          </p:cNvPr>
          <p:cNvSpPr txBox="1"/>
          <p:nvPr/>
        </p:nvSpPr>
        <p:spPr>
          <a:xfrm>
            <a:off x="335360" y="1880828"/>
            <a:ext cx="11449273" cy="4860540"/>
          </a:xfrm>
          <a:prstGeom prst="rect">
            <a:avLst/>
          </a:prstGeom>
        </p:spPr>
        <p:txBody>
          <a:bodyPr vert="horz" wrap="square" lIns="0" tIns="45720" rIns="91440" bIns="45720" rtlCol="0">
            <a:normAutofit fontScale="85000" lnSpcReduction="2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Letterlijk betekent het: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Curriculum = loop, verloop, levensweg of carrièrepad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Vitae = van het leven</a:t>
            </a:r>
          </a:p>
          <a:p>
            <a:pPr fontAlgn="t">
              <a:lnSpc>
                <a:spcPct val="100000"/>
              </a:lnSpc>
              <a:buNone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Samen wordt het meestal vertaald als: "loop van het leven" of "levensloop"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Maar… maak van je cv geen levensverhaal.</a:t>
            </a:r>
          </a:p>
          <a:p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Wel: kort, overzichtelijk, relevant, eerlijk en gericht op de vacature.</a:t>
            </a:r>
          </a:p>
          <a:p>
            <a:endParaRPr lang="nl-NL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Mogelijke indeling:</a:t>
            </a:r>
          </a:p>
          <a:p>
            <a:pPr marL="285750" indent="-285750">
              <a:buFontTx/>
              <a:buChar char="-"/>
            </a:pPr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Naam &amp; contactgegevens</a:t>
            </a:r>
          </a:p>
          <a:p>
            <a:pPr marL="285750" indent="-285750">
              <a:buFontTx/>
              <a:buChar char="-"/>
            </a:pPr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Kort profiel</a:t>
            </a:r>
          </a:p>
          <a:p>
            <a:pPr marL="285750" indent="-285750">
              <a:buFontTx/>
              <a:buChar char="-"/>
            </a:pPr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Opleiding</a:t>
            </a:r>
          </a:p>
          <a:p>
            <a:pPr marL="285750" indent="-285750">
              <a:buFontTx/>
              <a:buChar char="-"/>
            </a:pPr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Werkervaring</a:t>
            </a:r>
          </a:p>
          <a:p>
            <a:pPr marL="285750" indent="-285750">
              <a:buFontTx/>
              <a:buChar char="-"/>
            </a:pPr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Projectervaring</a:t>
            </a:r>
          </a:p>
          <a:p>
            <a:pPr marL="285750" indent="-285750">
              <a:buFontTx/>
              <a:buChar char="-"/>
            </a:pPr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Vaardigheden</a:t>
            </a:r>
          </a:p>
          <a:p>
            <a:pPr marL="285750" indent="-285750">
              <a:buFontTx/>
              <a:buChar char="-"/>
            </a:pPr>
            <a:r>
              <a:rPr lang="nl-NL" sz="2600" dirty="0">
                <a:latin typeface="Arial" panose="020B0604020202020204" pitchFamily="34" charset="0"/>
                <a:cs typeface="Arial" panose="020B0604020202020204" pitchFamily="34" charset="0"/>
              </a:rPr>
              <a:t>Overige relevante ervaring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1F3407-7907-898E-72E4-90CB84F6DF5A}"/>
              </a:ext>
            </a:extLst>
          </p:cNvPr>
          <p:cNvSpPr txBox="1"/>
          <p:nvPr/>
        </p:nvSpPr>
        <p:spPr>
          <a:xfrm>
            <a:off x="479376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16418-DA9A-2F89-B333-7ED9709BEEE0}"/>
              </a:ext>
            </a:extLst>
          </p:cNvPr>
          <p:cNvSpPr txBox="1"/>
          <p:nvPr/>
        </p:nvSpPr>
        <p:spPr>
          <a:xfrm>
            <a:off x="8923663" y="2886419"/>
            <a:ext cx="0" cy="0"/>
          </a:xfrm>
          <a:prstGeom prst="rect">
            <a:avLst/>
          </a:prstGeom>
        </p:spPr>
        <p:txBody>
          <a:bodyPr vert="horz" wrap="none" lIns="0" tIns="45720" rIns="91440" bIns="45720" rtlCol="0">
            <a:normAutofit fontScale="25000" lnSpcReduction="20000"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022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CA6E-324A-A564-A295-2BECD7080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A10A26-FF0E-DF77-2FAB-829F3B56F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 err="1"/>
              <a:t>Persoonlijk</a:t>
            </a:r>
            <a:r>
              <a:rPr lang="en-US" b="1" dirty="0"/>
              <a:t> </a:t>
            </a:r>
            <a:r>
              <a:rPr lang="en-US" b="1" dirty="0" err="1"/>
              <a:t>Ontwikkelingsplan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B8E821-6ED9-FDA1-90CB-F026A6CFA02D}"/>
              </a:ext>
            </a:extLst>
          </p:cNvPr>
          <p:cNvSpPr txBox="1"/>
          <p:nvPr/>
        </p:nvSpPr>
        <p:spPr>
          <a:xfrm>
            <a:off x="335360" y="1880828"/>
            <a:ext cx="11449273" cy="4860540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Een persoonlijk ontwikkelplan waarin je als student nadenkt over je </a:t>
            </a:r>
            <a:r>
              <a:rPr lang="nl-NL" sz="2800" b="1" dirty="0"/>
              <a:t>Waar sta ik nu, waar wil ik naartoe en hoe ga ik daar komen?</a:t>
            </a:r>
            <a:endParaRPr lang="nl-NL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Reflecteren → doel bepalen → actie ondernemen → feedback verzamelen → evalueren → bijstellen</a:t>
            </a:r>
          </a:p>
          <a:p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Dit sluit heel mooi aan bij de leeruitkomst zelflerend vermogen.</a:t>
            </a:r>
          </a:p>
          <a:p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Het POP gaat dus eigenlijk niet over de rol waarop je nu solliciteert. Het gaat veel breder over jou als student en als toekomstig professional.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EF470-C6F6-D275-A481-B325E09302AF}"/>
              </a:ext>
            </a:extLst>
          </p:cNvPr>
          <p:cNvSpPr txBox="1"/>
          <p:nvPr/>
        </p:nvSpPr>
        <p:spPr>
          <a:xfrm>
            <a:off x="479376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72287-0D7E-65F1-91BC-415E9AA00B13}"/>
              </a:ext>
            </a:extLst>
          </p:cNvPr>
          <p:cNvSpPr txBox="1"/>
          <p:nvPr/>
        </p:nvSpPr>
        <p:spPr>
          <a:xfrm>
            <a:off x="8923663" y="2886419"/>
            <a:ext cx="0" cy="0"/>
          </a:xfrm>
          <a:prstGeom prst="rect">
            <a:avLst/>
          </a:prstGeom>
        </p:spPr>
        <p:txBody>
          <a:bodyPr vert="horz" wrap="none" lIns="0" tIns="45720" rIns="91440" bIns="45720" rtlCol="0">
            <a:normAutofit fontScale="25000" lnSpcReduction="20000"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76390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2DB2-C449-93CC-E4E5-309571CA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CEDF84-FF95-B99E-A723-B1A2489774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 err="1"/>
              <a:t>Persoonlijk</a:t>
            </a:r>
            <a:r>
              <a:rPr lang="en-US" b="1" dirty="0"/>
              <a:t> </a:t>
            </a:r>
            <a:r>
              <a:rPr lang="en-US" b="1" dirty="0" err="1"/>
              <a:t>Ontwikkelingsplan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A7C78-8880-53E8-18DD-1BE4E596279F}"/>
              </a:ext>
            </a:extLst>
          </p:cNvPr>
          <p:cNvSpPr txBox="1"/>
          <p:nvPr/>
        </p:nvSpPr>
        <p:spPr>
          <a:xfrm>
            <a:off x="335360" y="1880828"/>
            <a:ext cx="11449273" cy="4860540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lvl="0"/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Welke vragen nemen jullie op in jullie POP (zie opdracht in Canvas)</a:t>
            </a:r>
          </a:p>
          <a:p>
            <a:pPr lvl="0"/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Waar ben ik goed in en waarin juist niet?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Wat wil ik graag bereiken (op korte en lange termijn)?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Wat is mijn doel(en)?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Welke stappen/acties (SMART) ga ik dit semester uitvoeren om het doel te bereiken?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Hoe meet ik of ik mijn doel bereikt hebt?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sz="2800" dirty="0">
                <a:latin typeface="Arial" panose="020B0604020202020204" pitchFamily="34" charset="0"/>
                <a:cs typeface="Arial" panose="020B0604020202020204" pitchFamily="34" charset="0"/>
              </a:rPr>
              <a:t>Bij de opdracht in Canvas staat een toelichting op de vragen en een aantal tips.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FADF1-A603-A900-CCE0-478CDAD7E8D9}"/>
              </a:ext>
            </a:extLst>
          </p:cNvPr>
          <p:cNvSpPr txBox="1"/>
          <p:nvPr/>
        </p:nvSpPr>
        <p:spPr>
          <a:xfrm>
            <a:off x="479376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DF79C-C0D6-FE30-EDBB-530EF3989C9C}"/>
              </a:ext>
            </a:extLst>
          </p:cNvPr>
          <p:cNvSpPr txBox="1"/>
          <p:nvPr/>
        </p:nvSpPr>
        <p:spPr>
          <a:xfrm>
            <a:off x="8923663" y="2886419"/>
            <a:ext cx="0" cy="0"/>
          </a:xfrm>
          <a:prstGeom prst="rect">
            <a:avLst/>
          </a:prstGeom>
        </p:spPr>
        <p:txBody>
          <a:bodyPr vert="horz" wrap="none" lIns="0" tIns="45720" rIns="91440" bIns="45720" rtlCol="0">
            <a:normAutofit fontScale="25000" lnSpcReduction="20000"/>
          </a:bodyPr>
          <a:lstStyle/>
          <a:p>
            <a:pPr algn="l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275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EDA4-5963-D245-EA31-2992BF32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AAC709-10E4-08AD-8C46-CA51F6697F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3" y="378357"/>
            <a:ext cx="11641138" cy="980728"/>
          </a:xfr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 b="1" dirty="0" err="1"/>
              <a:t>Solliciteren</a:t>
            </a:r>
            <a:r>
              <a:rPr lang="en-US" b="1" dirty="0"/>
              <a:t> - POP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88C08-FC60-1E97-A9BC-4DD51AF1A2FF}"/>
              </a:ext>
            </a:extLst>
          </p:cNvPr>
          <p:cNvSpPr txBox="1"/>
          <p:nvPr/>
        </p:nvSpPr>
        <p:spPr>
          <a:xfrm>
            <a:off x="335360" y="1880828"/>
            <a:ext cx="11449273" cy="4860540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lvl="0"/>
            <a:endParaRPr lang="nl-N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49717-4CB9-69D7-FE5E-C390352D45BA}"/>
              </a:ext>
            </a:extLst>
          </p:cNvPr>
          <p:cNvSpPr txBox="1"/>
          <p:nvPr/>
        </p:nvSpPr>
        <p:spPr>
          <a:xfrm>
            <a:off x="479376" y="1916832"/>
            <a:ext cx="10945737" cy="4536504"/>
          </a:xfrm>
          <a:prstGeom prst="rect">
            <a:avLst/>
          </a:prstGeom>
        </p:spPr>
        <p:txBody>
          <a:bodyPr vert="horz" wrap="square" lIns="0" tIns="45720" rIns="91440" bIns="45720" rtlCol="0">
            <a:normAutofit/>
          </a:bodyPr>
          <a:lstStyle/>
          <a:p>
            <a:pPr algn="l"/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5F8A39-4068-10B3-0325-DBDB9840AEA4}"/>
              </a:ext>
            </a:extLst>
          </p:cNvPr>
          <p:cNvSpPr txBox="1"/>
          <p:nvPr/>
        </p:nvSpPr>
        <p:spPr>
          <a:xfrm>
            <a:off x="8923663" y="2886419"/>
            <a:ext cx="0" cy="0"/>
          </a:xfrm>
          <a:prstGeom prst="rect">
            <a:avLst/>
          </a:prstGeom>
        </p:spPr>
        <p:txBody>
          <a:bodyPr vert="horz" wrap="none" lIns="0" tIns="45720" rIns="91440" bIns="45720" rtlCol="0">
            <a:normAutofit fontScale="25000" lnSpcReduction="20000"/>
          </a:bodyPr>
          <a:lstStyle/>
          <a:p>
            <a:pPr algn="l"/>
            <a:endParaRPr lang="nl-NL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5EAF5FC-124C-2906-F072-7E107A954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768067"/>
              </p:ext>
            </p:extLst>
          </p:nvPr>
        </p:nvGraphicFramePr>
        <p:xfrm>
          <a:off x="812800" y="1928654"/>
          <a:ext cx="10566400" cy="4145280"/>
        </p:xfrm>
        <a:graphic>
          <a:graphicData uri="http://schemas.openxmlformats.org/drawingml/2006/table">
            <a:tbl>
              <a:tblPr/>
              <a:tblGrid>
                <a:gridCol w="5283200">
                  <a:extLst>
                    <a:ext uri="{9D8B030D-6E8A-4147-A177-3AD203B41FA5}">
                      <a16:colId xmlns:a16="http://schemas.microsoft.com/office/drawing/2014/main" val="3311154126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42302779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Solliciteren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76024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Wat kan ik al?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Waar sta ik nu?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4068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Wat breng ik mee?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Wat wil ik ontwikkelen?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83769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Waar ben ik goed in?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Waar wil ik beter in worden?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5961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Hoe presenteer ik mezelf?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Hoe stuur ik mijn eigen ontwikkeling?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79209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Wat past bij mij?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Waar wil ik naartoe?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7861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nl-NL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nl-NL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031285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Overeenkomst: je moet jezelf kennen.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nl-NL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772827"/>
                  </a:ext>
                </a:extLst>
              </a:tr>
              <a:tr h="374650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Verschil: solliciteren gaat vooral over jezelf presenteren voor een bepaalde rol of functie.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29901"/>
                  </a:ext>
                </a:extLst>
              </a:tr>
              <a:tr h="374650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Een POP gaat over je eigen ontwikkeling gedurende je studie.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049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2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9C494-E9E6-41F0-A8A3-5F9652F6F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476250"/>
            <a:ext cx="5185098" cy="3566407"/>
          </a:xfrm>
        </p:spPr>
        <p:txBody>
          <a:bodyPr anchor="t">
            <a:normAutofit/>
          </a:bodyPr>
          <a:lstStyle/>
          <a:p>
            <a:r>
              <a:rPr lang="nl-NL" dirty="0"/>
              <a:t>Vragen?</a:t>
            </a:r>
            <a:br>
              <a:rPr lang="nl-NL" dirty="0"/>
            </a:br>
            <a:r>
              <a:rPr lang="nl-NL" dirty="0"/>
              <a:t>Zelf aan de slag</a:t>
            </a:r>
          </a:p>
        </p:txBody>
      </p:sp>
      <p:pic>
        <p:nvPicPr>
          <p:cNvPr id="5" name="Afbeelding 4" descr="Achterkant van de hoofden van mensen en opgestoken handen tijdens een bedrijfspresentatie met luidspreker en whiteboard onscherp op de achtergrond">
            <a:extLst>
              <a:ext uri="{FF2B5EF4-FFF2-40B4-BE49-F238E27FC236}">
                <a16:creationId xmlns:a16="http://schemas.microsoft.com/office/drawing/2014/main" id="{A91B1F51-52F5-096D-6F4A-E8298A02F1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15" r="14975"/>
          <a:stretch/>
        </p:blipFill>
        <p:spPr>
          <a:xfrm>
            <a:off x="6096000" y="10"/>
            <a:ext cx="6096000" cy="5661015"/>
          </a:xfrm>
          <a:prstGeom prst="rect">
            <a:avLst/>
          </a:prstGeom>
          <a:noFill/>
        </p:spPr>
      </p:pic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83F4DF5E-5718-4B4E-AD2C-0B0FF9BE2D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41138" y="6356350"/>
            <a:ext cx="3664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C1B0D69-B8A6-8744-9E7E-380CD2AD97F8}" type="slidenum">
              <a:rPr lang="nl-NL" noProof="0" smtClean="0"/>
              <a:pPr>
                <a:spcAft>
                  <a:spcPts val="600"/>
                </a:spcAft>
              </a:pPr>
              <a:t>14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07195152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HU">
      <a:dk1>
        <a:srgbClr val="000000"/>
      </a:dk1>
      <a:lt1>
        <a:srgbClr val="FFFFFF"/>
      </a:lt1>
      <a:dk2>
        <a:srgbClr val="FEFFFF"/>
      </a:dk2>
      <a:lt2>
        <a:srgbClr val="E7E6E6"/>
      </a:lt2>
      <a:accent1>
        <a:srgbClr val="00A0D2"/>
      </a:accent1>
      <a:accent2>
        <a:srgbClr val="EC0010"/>
      </a:accent2>
      <a:accent3>
        <a:srgbClr val="FEFFFF"/>
      </a:accent3>
      <a:accent4>
        <a:srgbClr val="00A0D2"/>
      </a:accent4>
      <a:accent5>
        <a:srgbClr val="EC0010"/>
      </a:accent5>
      <a:accent6>
        <a:srgbClr val="00A0D2"/>
      </a:accent6>
      <a:hlink>
        <a:srgbClr val="00A0D2"/>
      </a:hlink>
      <a:folHlink>
        <a:srgbClr val="00A0D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l">
          <a:defRPr dirty="0" err="1">
            <a:solidFill>
              <a:srgbClr val="000000"/>
            </a:solidFill>
            <a:latin typeface="Avenir Roman" panose="02000503020000020003" pitchFamily="2" charset="0"/>
          </a:defRPr>
        </a:defPPr>
      </a:lstStyle>
    </a:spDef>
    <a:txDef>
      <a:spPr/>
      <a:bodyPr vert="horz" lIns="0" tIns="45720" rIns="91440" bIns="45720" rtlCol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U TEMPLATE 2019 NL-DEF" id="{2E75BA8F-8AA3-E54B-BCEF-98A7776F3168}" vid="{404B21A7-EC8C-FB42-A755-675E3F13E0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2F574B-0081-5943-8310-82BB30945057}">
  <we:reference id="wa104380506" version="1.3.0.0" store="en-US" storeType="OMEX"/>
  <we:alternateReferences>
    <we:reference id="WA104380506" version="1.3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299B5933BD6145A83D070BE2058738" ma:contentTypeVersion="13" ma:contentTypeDescription="Een nieuw document maken." ma:contentTypeScope="" ma:versionID="316475092ff0c05e3f1e82b3113cea59">
  <xsd:schema xmlns:xsd="http://www.w3.org/2001/XMLSchema" xmlns:xs="http://www.w3.org/2001/XMLSchema" xmlns:p="http://schemas.microsoft.com/office/2006/metadata/properties" xmlns:ns3="17e1ea0e-e680-4591-8900-15c0274af5af" xmlns:ns4="0eb522fa-a1f6-43d8-9084-4110fc53aa1d" targetNamespace="http://schemas.microsoft.com/office/2006/metadata/properties" ma:root="true" ma:fieldsID="00ce9ba90b84d4155720d0e4829af6e6" ns3:_="" ns4:_="">
    <xsd:import namespace="17e1ea0e-e680-4591-8900-15c0274af5af"/>
    <xsd:import namespace="0eb522fa-a1f6-43d8-9084-4110fc53aa1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1ea0e-e680-4591-8900-15c0274af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b522fa-a1f6-43d8-9084-4110fc53aa1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7B3909-6FDA-4DBB-B4D2-134FBF6E70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395D8B-DC37-4750-8B35-EBF2ABC9C19B}">
  <ds:schemaRefs>
    <ds:schemaRef ds:uri="http://schemas.microsoft.com/office/2006/documentManagement/types"/>
    <ds:schemaRef ds:uri="17e1ea0e-e680-4591-8900-15c0274af5af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0eb522fa-a1f6-43d8-9084-4110fc53aa1d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97C7633-7A78-4634-873D-C055EE468E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e1ea0e-e680-4591-8900-15c0274af5af"/>
    <ds:schemaRef ds:uri="0eb522fa-a1f6-43d8-9084-4110fc53aa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Les 1 - Organisatie</Template>
  <TotalTime>2759</TotalTime>
  <Words>903</Words>
  <Application>Microsoft Office PowerPoint</Application>
  <PresentationFormat>Widescreen</PresentationFormat>
  <Paragraphs>157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Wingdings</vt:lpstr>
      <vt:lpstr>Arial Black</vt:lpstr>
      <vt:lpstr>Kantoorthema</vt:lpstr>
      <vt:lpstr> Solliciteren en POP</vt:lpstr>
      <vt:lpstr>Waar gaan we het over hebben?</vt:lpstr>
      <vt:lpstr>Project en rollen</vt:lpstr>
      <vt:lpstr>Rol Technical Lead</vt:lpstr>
      <vt:lpstr>Rol Software Engineer</vt:lpstr>
      <vt:lpstr>Rol Scrum Master</vt:lpstr>
      <vt:lpstr>Welke rol past bij jou?</vt:lpstr>
      <vt:lpstr>Wat staat er in een goede sollicitatiebrief</vt:lpstr>
      <vt:lpstr>Tips voor sollicitatiebrief</vt:lpstr>
      <vt:lpstr>Curriculum Vitae (CV)</vt:lpstr>
      <vt:lpstr>Persoonlijk Ontwikkelingsplan</vt:lpstr>
      <vt:lpstr>Persoonlijk Ontwikkelingsplan</vt:lpstr>
      <vt:lpstr>Solliciteren - POP</vt:lpstr>
      <vt:lpstr>Vragen? Zelf aan de slag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1 - Organisatie</dc:title>
  <dc:subject/>
  <dc:creator>Sam Leewis</dc:creator>
  <cp:keywords/>
  <dc:description/>
  <cp:lastModifiedBy>Len Bunte</cp:lastModifiedBy>
  <cp:revision>303</cp:revision>
  <dcterms:created xsi:type="dcterms:W3CDTF">2020-09-15T11:11:13Z</dcterms:created>
  <dcterms:modified xsi:type="dcterms:W3CDTF">2026-09-01T18:09:29Z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0x0101002E299B5933BD6145A83D070BE2058738</vt:lpwstr>
  </property>
</Properties>
</file>