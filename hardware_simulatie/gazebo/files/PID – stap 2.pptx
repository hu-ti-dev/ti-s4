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6" r:id="rId3"/>
    <p:sldId id="288" r:id="rId4"/>
    <p:sldId id="289" r:id="rId5"/>
    <p:sldId id="290" r:id="rId6"/>
    <p:sldId id="296" r:id="rId7"/>
    <p:sldId id="295" r:id="rId8"/>
    <p:sldId id="294" r:id="rId9"/>
    <p:sldId id="293" r:id="rId10"/>
    <p:sldId id="298" r:id="rId11"/>
    <p:sldId id="297" r:id="rId12"/>
    <p:sldId id="299" r:id="rId13"/>
    <p:sldId id="300" r:id="rId14"/>
    <p:sldId id="301" r:id="rId15"/>
    <p:sldId id="303" r:id="rId16"/>
    <p:sldId id="310" r:id="rId17"/>
    <p:sldId id="311" r:id="rId18"/>
    <p:sldId id="304" r:id="rId19"/>
    <p:sldId id="309" r:id="rId20"/>
    <p:sldId id="308" r:id="rId21"/>
    <p:sldId id="307" r:id="rId22"/>
    <p:sldId id="306" r:id="rId23"/>
    <p:sldId id="305" r:id="rId24"/>
    <p:sldId id="291" r:id="rId25"/>
    <p:sldId id="316" r:id="rId26"/>
    <p:sldId id="315" r:id="rId27"/>
    <p:sldId id="314" r:id="rId28"/>
    <p:sldId id="313" r:id="rId29"/>
    <p:sldId id="312" r:id="rId30"/>
    <p:sldId id="317" r:id="rId31"/>
    <p:sldId id="318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27A16-B045-40A9-B8C4-352F58D9C0C0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878C7-0D77-4621-BBE7-79B4104C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37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66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39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4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51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02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17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12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2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48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el, tekst en 2 inhoudselem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nl-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nl-NL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7EA2E-00EB-4DA7-83F0-BDEA74307CE6}" type="slidenum">
              <a:rPr lang="en-US" altLang="nl-NL"/>
              <a:pPr>
                <a:defRPr/>
              </a:pPr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13035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96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6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6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6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6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6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6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6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6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6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6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PID – Stap 2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@ Bart Bozon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48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41228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0972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014034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893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45273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962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92736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67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155914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024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049584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7661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787149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843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391578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323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24722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470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10651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2224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1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9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1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04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0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8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0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04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339690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27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761624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2494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32199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0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13592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1548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18608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0.182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028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0833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0.182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538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548484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0.182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4908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746467"/>
              </p:ext>
            </p:extLst>
          </p:nvPr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0.182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320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42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04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1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46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12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1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30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dan car model - Free transpor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3600" y="1561338"/>
            <a:ext cx="6573520" cy="4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29" y="597559"/>
                <a:ext cx="5832046" cy="633058"/>
              </a:xfrm>
              <a:prstGeom prst="rect">
                <a:avLst/>
              </a:prstGeom>
              <a:blipFill>
                <a:blip r:embed="rId6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5140" y="1912132"/>
          <a:ext cx="7376160" cy="328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37">
                  <a:extLst>
                    <a:ext uri="{9D8B030D-6E8A-4147-A177-3AD203B41FA5}">
                      <a16:colId xmlns:a16="http://schemas.microsoft.com/office/drawing/2014/main" val="165169413"/>
                    </a:ext>
                  </a:extLst>
                </a:gridCol>
                <a:gridCol w="1053737">
                  <a:extLst>
                    <a:ext uri="{9D8B030D-6E8A-4147-A177-3AD203B41FA5}">
                      <a16:colId xmlns:a16="http://schemas.microsoft.com/office/drawing/2014/main" val="286568014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25265957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553648389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13369727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400974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53428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7417305"/>
                    </a:ext>
                  </a:extLst>
                </a:gridCol>
              </a:tblGrid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Setpoint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</a:t>
                      </a:r>
                      <a:r>
                        <a:rPr lang="nl-NL" dirty="0" err="1"/>
                        <a:t>sum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Error div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Stuur</a:t>
                      </a:r>
                    </a:p>
                    <a:p>
                      <a:r>
                        <a:rPr lang="nl-NL" dirty="0"/>
                        <a:t>Actie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Motor</a:t>
                      </a:r>
                    </a:p>
                    <a:p>
                      <a:r>
                        <a:rPr lang="nl-NL" dirty="0"/>
                        <a:t>Power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2226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475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747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7043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0.182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18%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0136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3465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97398"/>
                  </a:ext>
                </a:extLst>
              </a:tr>
              <a:tr h="377402">
                <a:tc>
                  <a:txBody>
                    <a:bodyPr/>
                    <a:lstStyle/>
                    <a:p>
                      <a:r>
                        <a:rPr lang="nl-NL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8794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95750" y="5961936"/>
            <a:ext cx="105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Kp</a:t>
            </a:r>
            <a:r>
              <a:rPr lang="nl-NL" dirty="0"/>
              <a:t> = 0.02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961562" y="5961936"/>
            <a:ext cx="232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Stuuractie(t) = </a:t>
            </a:r>
            <a:r>
              <a:rPr lang="nl-NL" dirty="0" err="1"/>
              <a:t>K</a:t>
            </a:r>
            <a:r>
              <a:rPr lang="nl-NL" baseline="-25000" dirty="0" err="1"/>
              <a:t>p</a:t>
            </a:r>
            <a:r>
              <a:rPr lang="nl-NL" dirty="0"/>
              <a:t> . e(t) 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247347" y="596193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Ki = 0.001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5842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63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90562"/>
            <a:ext cx="9896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55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02400" y="506413"/>
            <a:ext cx="5384800" cy="5488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 err="1"/>
              <a:t>Wrap</a:t>
            </a:r>
            <a:r>
              <a:rPr lang="nl-NL" sz="2400" dirty="0"/>
              <a:t> up:</a:t>
            </a:r>
          </a:p>
          <a:p>
            <a:r>
              <a:rPr lang="nl-NL" sz="2400" dirty="0"/>
              <a:t>P actie</a:t>
            </a:r>
          </a:p>
          <a:p>
            <a:pPr lvl="1"/>
            <a:r>
              <a:rPr lang="nl-NL" sz="2000" dirty="0"/>
              <a:t>Sneller reageren</a:t>
            </a:r>
          </a:p>
          <a:p>
            <a:pPr lvl="1"/>
            <a:r>
              <a:rPr lang="nl-NL" sz="2000" dirty="0"/>
              <a:t>Zorgt voor </a:t>
            </a:r>
            <a:r>
              <a:rPr lang="nl-NL" sz="2000" dirty="0" err="1"/>
              <a:t>overshoot</a:t>
            </a:r>
            <a:endParaRPr lang="nl-NL" sz="2000" dirty="0"/>
          </a:p>
          <a:p>
            <a:pPr lvl="1"/>
            <a:r>
              <a:rPr lang="nl-NL" sz="2000" dirty="0"/>
              <a:t>Kan instabiel worden</a:t>
            </a:r>
          </a:p>
          <a:p>
            <a:pPr lvl="1"/>
            <a:r>
              <a:rPr lang="nl-NL" sz="2000" dirty="0"/>
              <a:t>Lost steady state error niet op</a:t>
            </a:r>
          </a:p>
          <a:p>
            <a:r>
              <a:rPr lang="nl-NL" sz="2400" dirty="0"/>
              <a:t>I actie</a:t>
            </a:r>
          </a:p>
          <a:p>
            <a:pPr lvl="1"/>
            <a:r>
              <a:rPr lang="nl-NL" sz="2000" dirty="0"/>
              <a:t>Lost </a:t>
            </a:r>
            <a:r>
              <a:rPr lang="nl-NL" sz="2000" dirty="0" err="1"/>
              <a:t>steadsy</a:t>
            </a:r>
            <a:r>
              <a:rPr lang="nl-NL" sz="2000" dirty="0"/>
              <a:t> state error op</a:t>
            </a:r>
          </a:p>
          <a:p>
            <a:pPr lvl="1"/>
            <a:r>
              <a:rPr lang="nl-NL" sz="2000" dirty="0"/>
              <a:t>Kan instabiel worden</a:t>
            </a:r>
          </a:p>
          <a:p>
            <a:endParaRPr lang="nl-NL" sz="2400" dirty="0"/>
          </a:p>
          <a:p>
            <a:r>
              <a:rPr lang="nl-NL" sz="2400" dirty="0"/>
              <a:t>D actie</a:t>
            </a:r>
          </a:p>
          <a:p>
            <a:pPr lvl="1"/>
            <a:r>
              <a:rPr lang="nl-NL" sz="2000" dirty="0"/>
              <a:t>Maakt </a:t>
            </a:r>
            <a:r>
              <a:rPr lang="nl-NL" sz="2000" dirty="0" err="1"/>
              <a:t>overshoot</a:t>
            </a:r>
            <a:r>
              <a:rPr lang="nl-NL" sz="2000" dirty="0"/>
              <a:t> kleiner</a:t>
            </a:r>
          </a:p>
          <a:p>
            <a:pPr lvl="1"/>
            <a:r>
              <a:rPr lang="nl-NL" sz="2000" dirty="0"/>
              <a:t>Kan systeem stabieler maken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02" y="1117600"/>
            <a:ext cx="5324017" cy="294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05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6|8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1.4|1.4|15.4|7.3|19.9|2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1664</Words>
  <Application>Microsoft Office PowerPoint</Application>
  <PresentationFormat>Widescreen</PresentationFormat>
  <Paragraphs>819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PID – Stap 2</vt:lpstr>
      <vt:lpstr>Auto</vt:lpstr>
      <vt:lpstr>Auto</vt:lpstr>
      <vt:lpstr>Auto</vt:lpstr>
      <vt:lpstr>Auto</vt:lpstr>
      <vt:lpstr>Auto</vt:lpstr>
      <vt:lpstr>Auto</vt:lpstr>
      <vt:lpstr>Auto</vt:lpstr>
      <vt:lpstr>Auto</vt:lpstr>
      <vt:lpstr>Auto</vt:lpstr>
      <vt:lpstr>Auto</vt:lpstr>
      <vt:lpstr>PowerPoint Presentation</vt:lpstr>
      <vt:lpstr>PowerPoint Presentation</vt:lpstr>
      <vt:lpstr>PowerPoint Presentation</vt:lpstr>
      <vt:lpstr>PowerPoint Presentation</vt:lpstr>
      <vt:lpstr>Auto</vt:lpstr>
      <vt:lpstr>Auto</vt:lpstr>
      <vt:lpstr>Auto</vt:lpstr>
      <vt:lpstr>Auto</vt:lpstr>
      <vt:lpstr>Auto</vt:lpstr>
      <vt:lpstr>Auto</vt:lpstr>
      <vt:lpstr>Auto</vt:lpstr>
      <vt:lpstr>Auto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</vt:lpstr>
      <vt:lpstr>PowerPoint Presentation</vt:lpstr>
      <vt:lpstr>PowerPoint Presentation</vt:lpstr>
      <vt:lpstr>PowerPoint Presentation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– de ideeën</dc:title>
  <dc:creator>Bart Bozon</dc:creator>
  <cp:lastModifiedBy>Bart Bozon</cp:lastModifiedBy>
  <cp:revision>21</cp:revision>
  <dcterms:created xsi:type="dcterms:W3CDTF">2020-04-27T09:57:37Z</dcterms:created>
  <dcterms:modified xsi:type="dcterms:W3CDTF">2026-03-04T07:32:56Z</dcterms:modified>
</cp:coreProperties>
</file>