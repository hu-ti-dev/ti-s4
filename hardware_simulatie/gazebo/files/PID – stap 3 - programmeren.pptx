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8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27A16-B045-40A9-B8C4-352F58D9C0C0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878C7-0D77-4621-BBE7-79B4104C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37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66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45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39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84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51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02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174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12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27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64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961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PID – stap 3 – programmeren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@ Bart Bozon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548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54590" y="249317"/>
                <a:ext cx="5832046" cy="6330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90" y="249317"/>
                <a:ext cx="5832046" cy="633058"/>
              </a:xfrm>
              <a:prstGeom prst="rect">
                <a:avLst/>
              </a:prstGeom>
              <a:blipFill>
                <a:blip r:embed="rId5"/>
                <a:stretch>
                  <a:fillRect l="-1672" b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898836" y="1480240"/>
            <a:ext cx="6796925" cy="48013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setpoint = 10</a:t>
            </a:r>
          </a:p>
          <a:p>
            <a:r>
              <a:rPr lang="nl-NL" dirty="0"/>
              <a:t>error =0</a:t>
            </a:r>
          </a:p>
          <a:p>
            <a:r>
              <a:rPr lang="nl-NL" dirty="0" err="1"/>
              <a:t>error_sum</a:t>
            </a:r>
            <a:r>
              <a:rPr lang="nl-NL" dirty="0"/>
              <a:t> =0</a:t>
            </a:r>
          </a:p>
          <a:p>
            <a:r>
              <a:rPr lang="nl-NL" dirty="0" err="1"/>
              <a:t>error_div</a:t>
            </a:r>
            <a:r>
              <a:rPr lang="nl-NL" dirty="0"/>
              <a:t> =0</a:t>
            </a:r>
          </a:p>
          <a:p>
            <a:r>
              <a:rPr lang="nl-NL" dirty="0" err="1"/>
              <a:t>error_prev</a:t>
            </a:r>
            <a:r>
              <a:rPr lang="nl-NL" dirty="0"/>
              <a:t>=0</a:t>
            </a:r>
          </a:p>
          <a:p>
            <a:r>
              <a:rPr lang="nl-NL" dirty="0" err="1"/>
              <a:t>Kp</a:t>
            </a:r>
            <a:r>
              <a:rPr lang="nl-NL" dirty="0"/>
              <a:t> = 0.1 </a:t>
            </a:r>
          </a:p>
          <a:p>
            <a:r>
              <a:rPr lang="nl-NL" dirty="0"/>
              <a:t>Ki = 0.1</a:t>
            </a:r>
          </a:p>
          <a:p>
            <a:r>
              <a:rPr lang="nl-NL" dirty="0" err="1"/>
              <a:t>Kd</a:t>
            </a:r>
            <a:r>
              <a:rPr lang="nl-NL" dirty="0"/>
              <a:t> = 0.1</a:t>
            </a:r>
          </a:p>
          <a:p>
            <a:r>
              <a:rPr lang="nl-NL" dirty="0" err="1"/>
              <a:t>dt</a:t>
            </a:r>
            <a:r>
              <a:rPr lang="nl-NL" dirty="0"/>
              <a:t>=0.1 // tijd in seconden!</a:t>
            </a:r>
          </a:p>
          <a:p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true</a:t>
            </a:r>
            <a:r>
              <a:rPr lang="nl-NL" dirty="0"/>
              <a:t>:</a:t>
            </a:r>
          </a:p>
          <a:p>
            <a:r>
              <a:rPr lang="nl-NL" dirty="0"/>
              <a:t>		error=setpoint-meetwaarde</a:t>
            </a:r>
          </a:p>
          <a:p>
            <a:r>
              <a:rPr lang="nl-NL" dirty="0"/>
              <a:t>		</a:t>
            </a:r>
            <a:r>
              <a:rPr lang="nl-NL" dirty="0" err="1"/>
              <a:t>error_sum</a:t>
            </a:r>
            <a:r>
              <a:rPr lang="nl-NL" dirty="0"/>
              <a:t>=</a:t>
            </a:r>
            <a:r>
              <a:rPr lang="nl-NL" dirty="0" err="1"/>
              <a:t>error_sum+error</a:t>
            </a:r>
            <a:r>
              <a:rPr lang="nl-NL" dirty="0"/>
              <a:t>*</a:t>
            </a:r>
            <a:r>
              <a:rPr lang="nl-NL" dirty="0" err="1"/>
              <a:t>dt</a:t>
            </a:r>
            <a:endParaRPr lang="nl-NL" dirty="0"/>
          </a:p>
          <a:p>
            <a:r>
              <a:rPr lang="nl-NL" dirty="0"/>
              <a:t>		</a:t>
            </a:r>
            <a:r>
              <a:rPr lang="nl-NL" dirty="0" err="1"/>
              <a:t>error_div</a:t>
            </a:r>
            <a:r>
              <a:rPr lang="nl-NL" dirty="0"/>
              <a:t> = (error- </a:t>
            </a:r>
            <a:r>
              <a:rPr lang="nl-NL" dirty="0" err="1"/>
              <a:t>error_prev</a:t>
            </a:r>
            <a:r>
              <a:rPr lang="nl-NL" dirty="0"/>
              <a:t>)/</a:t>
            </a:r>
            <a:r>
              <a:rPr lang="nl-NL" dirty="0" err="1"/>
              <a:t>dt</a:t>
            </a:r>
            <a:endParaRPr lang="nl-NL" dirty="0"/>
          </a:p>
          <a:p>
            <a:r>
              <a:rPr lang="nl-NL" dirty="0"/>
              <a:t>		stuuractie= </a:t>
            </a:r>
            <a:r>
              <a:rPr lang="nl-NL" dirty="0" err="1"/>
              <a:t>Kp</a:t>
            </a:r>
            <a:r>
              <a:rPr lang="nl-NL" dirty="0"/>
              <a:t>*error + Ki*</a:t>
            </a:r>
            <a:r>
              <a:rPr lang="nl-NL" dirty="0" err="1"/>
              <a:t>error_sum+Kd</a:t>
            </a:r>
            <a:r>
              <a:rPr lang="nl-NL" dirty="0"/>
              <a:t>*</a:t>
            </a:r>
            <a:r>
              <a:rPr lang="nl-NL" dirty="0" err="1"/>
              <a:t>error_div</a:t>
            </a:r>
            <a:endParaRPr lang="nl-NL" dirty="0"/>
          </a:p>
          <a:p>
            <a:r>
              <a:rPr lang="nl-NL" dirty="0"/>
              <a:t>		ZEND (stuuractie)</a:t>
            </a:r>
          </a:p>
          <a:p>
            <a:r>
              <a:rPr lang="nl-NL" dirty="0"/>
              <a:t>		</a:t>
            </a:r>
            <a:r>
              <a:rPr lang="nl-NL" dirty="0" err="1"/>
              <a:t>error_prev</a:t>
            </a:r>
            <a:r>
              <a:rPr lang="nl-NL" dirty="0"/>
              <a:t>=error</a:t>
            </a:r>
          </a:p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338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|14.6|3.3|14.4|11.2|4.9|3|0.7|6.6|13.1|13.6|9.6|30.5|15.9|16.2|7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137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PID – stap 3 – programmeren</vt:lpstr>
      <vt:lpstr>PowerPoint Presentation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PID – de ideeën</dc:title>
  <dc:creator>Bart Bozon</dc:creator>
  <cp:lastModifiedBy>Bart Bozon</cp:lastModifiedBy>
  <cp:revision>11</cp:revision>
  <dcterms:created xsi:type="dcterms:W3CDTF">2020-04-27T09:57:37Z</dcterms:created>
  <dcterms:modified xsi:type="dcterms:W3CDTF">2026-03-04T07:33:03Z</dcterms:modified>
</cp:coreProperties>
</file>