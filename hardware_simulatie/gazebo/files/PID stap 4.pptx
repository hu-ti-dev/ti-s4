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4" r:id="rId5"/>
    <p:sldId id="265" r:id="rId6"/>
    <p:sldId id="256" r:id="rId7"/>
    <p:sldId id="258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howGuides="1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0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1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60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20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2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4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07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70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79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6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61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en.wikipedia.org/wiki/Ziegler&#8211;Nichols_method" TargetMode="Externa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hyperlink" Target="https://en.wikipedia.org/wiki/Ziegler&#8211;Nichols_metho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6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png"/><Relationship Id="rId1" Type="http://schemas.openxmlformats.org/officeDocument/2006/relationships/tags" Target="../tags/tag4.xml"/><Relationship Id="rId6" Type="http://schemas.openxmlformats.org/officeDocument/2006/relationships/image" Target="../media/image80.png"/><Relationship Id="rId11" Type="http://schemas.openxmlformats.org/officeDocument/2006/relationships/image" Target="../media/image13.png"/><Relationship Id="rId5" Type="http://schemas.openxmlformats.org/officeDocument/2006/relationships/image" Target="../media/image70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PID – stap 4</a:t>
            </a:r>
            <a:br>
              <a:rPr lang="nl-NL" dirty="0"/>
            </a:br>
            <a:r>
              <a:rPr lang="nl-NL" dirty="0"/>
              <a:t>PID parameters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@ Bart Bozon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22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98"/>
    </mc:Choice>
    <mc:Fallback xmlns="">
      <p:transition spd="slow" advTm="1919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Trial </a:t>
            </a:r>
            <a:r>
              <a:rPr lang="nl-NL" dirty="0" err="1"/>
              <a:t>and</a:t>
            </a:r>
            <a:r>
              <a:rPr lang="nl-NL" dirty="0"/>
              <a:t> error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Ziegler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Nicols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Laplace / </a:t>
            </a:r>
            <a:r>
              <a:rPr lang="nl-NL" dirty="0" err="1"/>
              <a:t>statespace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130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77"/>
    </mc:Choice>
    <mc:Fallback xmlns="">
      <p:transition spd="slow" advTm="4997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Ziegler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Nicols  </a:t>
            </a:r>
            <a:br>
              <a:rPr lang="nl-NL" dirty="0"/>
            </a:br>
            <a:r>
              <a:rPr lang="nl-NL" sz="2700" dirty="0"/>
              <a:t>(</a:t>
            </a:r>
            <a:r>
              <a:rPr lang="en-GB" sz="2800" dirty="0">
                <a:hlinkClick r:id="rId3"/>
              </a:rPr>
              <a:t>https://en.wikipedia.org/wiki/Ziegler–</a:t>
            </a:r>
            <a:r>
              <a:rPr lang="en-GB" sz="2800" dirty="0" err="1">
                <a:hlinkClick r:id="rId3"/>
              </a:rPr>
              <a:t>Nichols_method</a:t>
            </a:r>
            <a:r>
              <a:rPr lang="en-GB" sz="2700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988840"/>
            <a:ext cx="6734175" cy="3019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79976" y="5906688"/>
                <a:ext cx="4439742" cy="4978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dirty="0"/>
                  <a:t>Stuuractie(t) = </a:t>
                </a:r>
                <a:r>
                  <a:rPr lang="nl-NL" dirty="0" err="1"/>
                  <a:t>K</a:t>
                </a:r>
                <a:r>
                  <a:rPr lang="nl-NL" baseline="-25000" dirty="0" err="1"/>
                  <a:t>p</a:t>
                </a:r>
                <a:r>
                  <a:rPr lang="nl-NL" dirty="0"/>
                  <a:t> . e(t) + K</a:t>
                </a:r>
                <a:r>
                  <a:rPr lang="nl-NL" baseline="-25000" dirty="0"/>
                  <a:t>i</a:t>
                </a:r>
                <a:r>
                  <a:rPr lang="nl-NL" dirty="0"/>
                  <a:t> . ∫ e(t).</a:t>
                </a:r>
                <a:r>
                  <a:rPr lang="nl-NL" dirty="0" err="1"/>
                  <a:t>dt</a:t>
                </a:r>
                <a:r>
                  <a:rPr lang="nl-NL" dirty="0"/>
                  <a:t> + </a:t>
                </a:r>
                <a:r>
                  <a:rPr lang="nl-NL" dirty="0" err="1"/>
                  <a:t>K</a:t>
                </a:r>
                <a:r>
                  <a:rPr lang="nl-NL" baseline="-25000" dirty="0" err="1"/>
                  <a:t>d</a:t>
                </a:r>
                <a:r>
                  <a:rPr lang="nl-NL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5906688"/>
                <a:ext cx="4439742" cy="497829"/>
              </a:xfrm>
              <a:prstGeom prst="rect">
                <a:avLst/>
              </a:prstGeom>
              <a:blipFill>
                <a:blip r:embed="rId7"/>
                <a:stretch>
                  <a:fillRect l="-1236" b="-73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95400" y="5945926"/>
                <a:ext cx="4586192" cy="5288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dirty="0"/>
                  <a:t>Stuuractie(t) = </a:t>
                </a:r>
                <a:r>
                  <a:rPr lang="nl-NL" dirty="0" err="1"/>
                  <a:t>K</a:t>
                </a:r>
                <a:r>
                  <a:rPr lang="nl-NL" baseline="-25000" dirty="0" err="1"/>
                  <a:t>p</a:t>
                </a:r>
                <a:r>
                  <a:rPr lang="nl-NL" dirty="0"/>
                  <a:t> ( e(t)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nl-NL" dirty="0"/>
                  <a:t> . ∫ e(t).</a:t>
                </a:r>
                <a:r>
                  <a:rPr lang="nl-NL" dirty="0" err="1"/>
                  <a:t>dt</a:t>
                </a:r>
                <a:r>
                  <a:rPr lang="nl-NL" dirty="0"/>
                  <a:t> + T</a:t>
                </a:r>
                <a:r>
                  <a:rPr lang="nl-NL" baseline="-25000" dirty="0"/>
                  <a:t>d</a:t>
                </a:r>
                <a:r>
                  <a:rPr lang="nl-NL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5945926"/>
                <a:ext cx="4586192" cy="528863"/>
              </a:xfrm>
              <a:prstGeom prst="rect">
                <a:avLst/>
              </a:prstGeom>
              <a:blipFill>
                <a:blip r:embed="rId8"/>
                <a:stretch>
                  <a:fillRect l="-10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H="1">
            <a:off x="838200" y="5008265"/>
            <a:ext cx="2233464" cy="10130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83832" y="5008265"/>
            <a:ext cx="432048" cy="10130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5" idx="1"/>
          </p:cNvCxnSpPr>
          <p:nvPr/>
        </p:nvCxnSpPr>
        <p:spPr>
          <a:xfrm>
            <a:off x="4583832" y="5008265"/>
            <a:ext cx="1296144" cy="114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9847" y="5009015"/>
            <a:ext cx="3396633" cy="8976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3846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677"/>
    </mc:Choice>
    <mc:Fallback xmlns="">
      <p:transition spd="slow" advTm="1226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  <p:extLst>
    <p:ext uri="{3A86A75C-4F4B-4683-9AE1-C65F6400EC91}">
      <p14:laserTraceLst xmlns:p14="http://schemas.microsoft.com/office/powerpoint/2010/main">
        <p14:tracePtLst>
          <p14:tracePt t="16146" x="8763000" y="4737100"/>
          <p14:tracePt t="16309" x="8763000" y="4730750"/>
          <p14:tracePt t="16377" x="8763000" y="4724400"/>
          <p14:tracePt t="16385" x="8763000" y="4718050"/>
          <p14:tracePt t="16401" x="8769350" y="4711700"/>
          <p14:tracePt t="16416" x="8775700" y="4705350"/>
          <p14:tracePt t="16427" x="8775700" y="4699000"/>
          <p14:tracePt t="16617" x="8775700" y="4692650"/>
          <p14:tracePt t="16624" x="8769350" y="4686300"/>
          <p14:tracePt t="16641" x="8756650" y="4679950"/>
          <p14:tracePt t="16645" x="8756650" y="4667250"/>
          <p14:tracePt t="16661" x="8743950" y="4654550"/>
          <p14:tracePt t="16677" x="8743950" y="4635500"/>
          <p14:tracePt t="16694" x="8731250" y="4622800"/>
          <p14:tracePt t="16711" x="8731250" y="4610100"/>
          <p14:tracePt t="16728" x="8724900" y="4603750"/>
          <p14:tracePt t="16744" x="8718550" y="4597400"/>
          <p14:tracePt t="16990" x="8712200" y="4591050"/>
          <p14:tracePt t="17338" x="8705850" y="4591050"/>
          <p14:tracePt t="17370" x="8699500" y="4591050"/>
          <p14:tracePt t="17562" x="8686800" y="4591050"/>
          <p14:tracePt t="17594" x="8680450" y="4591050"/>
          <p14:tracePt t="17609" x="8674100" y="4591050"/>
          <p14:tracePt t="17617" x="8667750" y="4578350"/>
          <p14:tracePt t="17628" x="8661400" y="4578350"/>
          <p14:tracePt t="17645" x="8648700" y="4552950"/>
          <p14:tracePt t="17662" x="8623300" y="4527550"/>
          <p14:tracePt t="17678" x="8610600" y="4521200"/>
          <p14:tracePt t="17695" x="8597900" y="4508500"/>
          <p14:tracePt t="17712" x="8540750" y="4457700"/>
          <p14:tracePt t="17728" x="8509000" y="4445000"/>
          <p14:tracePt t="17745" x="8483600" y="4432300"/>
          <p14:tracePt t="17822" x="8477250" y="4425950"/>
          <p14:tracePt t="17830" x="8470900" y="4413250"/>
          <p14:tracePt t="17838" x="8464550" y="4400550"/>
          <p14:tracePt t="17846" x="8458200" y="4394200"/>
          <p14:tracePt t="17862" x="8451850" y="4368800"/>
          <p14:tracePt t="17879" x="8445500" y="4362450"/>
          <p14:tracePt t="17990" x="8445500" y="4356100"/>
          <p14:tracePt t="18012" x="8439150" y="4349750"/>
          <p14:tracePt t="18018" x="8439150" y="4343400"/>
          <p14:tracePt t="18029" x="8426450" y="4330700"/>
          <p14:tracePt t="18045" x="8413750" y="4311650"/>
          <p14:tracePt t="18062" x="8407400" y="4298950"/>
          <p14:tracePt t="18079" x="8407400" y="4279900"/>
          <p14:tracePt t="18095" x="8388350" y="4241800"/>
          <p14:tracePt t="18112" x="8375650" y="4222750"/>
          <p14:tracePt t="18129" x="8362950" y="4210050"/>
          <p14:tracePt t="18285" x="8362950" y="4203700"/>
          <p14:tracePt t="18370" x="8356600" y="4197350"/>
          <p14:tracePt t="18378" x="8350250" y="4191000"/>
          <p14:tracePt t="18394" x="8343900" y="4184650"/>
          <p14:tracePt t="18402" x="8324850" y="4165600"/>
          <p14:tracePt t="18413" x="8286750" y="4140200"/>
          <p14:tracePt t="18430" x="8229600" y="4102100"/>
          <p14:tracePt t="18446" x="8128000" y="4019550"/>
          <p14:tracePt t="18463" x="7994650" y="3937000"/>
          <p14:tracePt t="18479" x="7880350" y="3860800"/>
          <p14:tracePt t="18496" x="7708900" y="3746500"/>
          <p14:tracePt t="18513" x="7600950" y="3695700"/>
          <p14:tracePt t="18529" x="7505700" y="3651250"/>
          <p14:tracePt t="18546" x="7429500" y="3613150"/>
          <p14:tracePt t="18563" x="7359650" y="3575050"/>
          <p14:tracePt t="18579" x="7283450" y="3543300"/>
          <p14:tracePt t="18596" x="7207250" y="3517900"/>
          <p14:tracePt t="18613" x="7112000" y="3479800"/>
          <p14:tracePt t="18629" x="6978650" y="3422650"/>
          <p14:tracePt t="18646" x="6896100" y="3390900"/>
          <p14:tracePt t="18663" x="6851650" y="3365500"/>
          <p14:tracePt t="18680" x="6807200" y="3340100"/>
          <p14:tracePt t="18696" x="6769100" y="3321050"/>
          <p14:tracePt t="18713" x="6711950" y="3295650"/>
          <p14:tracePt t="18730" x="6680200" y="3276600"/>
          <p14:tracePt t="18746" x="6629400" y="3251200"/>
          <p14:tracePt t="18763" x="6584950" y="3232150"/>
          <p14:tracePt t="18779" x="6515100" y="3213100"/>
          <p14:tracePt t="18796" x="6375400" y="3168650"/>
          <p14:tracePt t="18813" x="6248400" y="3124200"/>
          <p14:tracePt t="18830" x="6127750" y="3079750"/>
          <p14:tracePt t="18833" x="6076950" y="3054350"/>
          <p14:tracePt t="18846" x="6032500" y="3035300"/>
          <p14:tracePt t="18863" x="6000750" y="3035300"/>
          <p14:tracePt t="18880" x="5911850" y="3009900"/>
          <p14:tracePt t="18896" x="5842000" y="2984500"/>
          <p14:tracePt t="18913" x="5803900" y="2971800"/>
          <p14:tracePt t="18930" x="5778500" y="2959100"/>
          <p14:tracePt t="18946" x="5753100" y="2952750"/>
          <p14:tracePt t="18963" x="5721350" y="2946400"/>
          <p14:tracePt t="18980" x="5702300" y="2946400"/>
          <p14:tracePt t="18996" x="5664200" y="2940050"/>
          <p14:tracePt t="19013" x="5613400" y="2940050"/>
          <p14:tracePt t="19033" x="5537200" y="2940050"/>
          <p14:tracePt t="19047" x="5499100" y="2940050"/>
          <p14:tracePt t="19064" x="5378450" y="2946400"/>
          <p14:tracePt t="19080" x="5327650" y="2959100"/>
          <p14:tracePt t="19096" x="5295900" y="2984500"/>
          <p14:tracePt t="19113" x="5283200" y="2997200"/>
          <p14:tracePt t="19130" x="5276850" y="3003550"/>
          <p14:tracePt t="19163" x="5270500" y="3003550"/>
          <p14:tracePt t="19185" x="5264150" y="3003550"/>
          <p14:tracePt t="19197" x="5257800" y="3009900"/>
          <p14:tracePt t="19214" x="5226050" y="3016250"/>
          <p14:tracePt t="19230" x="5175250" y="3028950"/>
          <p14:tracePt t="19247" x="5111750" y="3035300"/>
          <p14:tracePt t="19264" x="5086350" y="3035300"/>
          <p14:tracePt t="19361" x="5073650" y="3028950"/>
          <p14:tracePt t="19376" x="5073650" y="3022600"/>
          <p14:tracePt t="19384" x="5054600" y="2997200"/>
          <p14:tracePt t="19397" x="5048250" y="2978150"/>
          <p14:tracePt t="19414" x="5016500" y="2940050"/>
          <p14:tracePt t="19430" x="5003800" y="2927350"/>
          <p14:tracePt t="19447" x="4984750" y="2927350"/>
          <p14:tracePt t="19464" x="4927600" y="2984500"/>
          <p14:tracePt t="19480" x="4876800" y="3086100"/>
          <p14:tracePt t="19497" x="4838700" y="3225800"/>
          <p14:tracePt t="19513" x="4800600" y="3346450"/>
          <p14:tracePt t="19530" x="4794250" y="3409950"/>
          <p14:tracePt t="19565" x="4806950" y="3429000"/>
          <p14:tracePt t="19581" x="4851400" y="3429000"/>
          <p14:tracePt t="19598" x="4895850" y="3422650"/>
          <p14:tracePt t="19614" x="4927600" y="3422650"/>
          <p14:tracePt t="19631" x="4933950" y="3422650"/>
          <p14:tracePt t="19648" x="4953000" y="3422650"/>
          <p14:tracePt t="19664" x="4959350" y="3422650"/>
          <p14:tracePt t="19681" x="4978400" y="3429000"/>
          <p14:tracePt t="19697" x="4997450" y="3441700"/>
          <p14:tracePt t="19713" x="5041900" y="3467100"/>
          <p14:tracePt t="19730" x="5086350" y="3473450"/>
          <p14:tracePt t="19747" x="5124450" y="3473450"/>
          <p14:tracePt t="19764" x="5162550" y="3473450"/>
          <p14:tracePt t="19780" x="5194300" y="3454400"/>
          <p14:tracePt t="19797" x="5207000" y="3441700"/>
          <p14:tracePt t="19814" x="5213350" y="3435350"/>
          <p14:tracePt t="19848" x="5219700" y="3422650"/>
          <p14:tracePt t="19864" x="5219700" y="3397250"/>
          <p14:tracePt t="19881" x="5219700" y="3365500"/>
          <p14:tracePt t="19898" x="5226050" y="3359150"/>
          <p14:tracePt t="19914" x="5226050" y="3340100"/>
          <p14:tracePt t="19952" x="5232400" y="3333750"/>
          <p14:tracePt t="19976" x="5232400" y="3327400"/>
          <p14:tracePt t="19984" x="5232400" y="3321050"/>
          <p14:tracePt t="19997" x="5232400" y="3308350"/>
          <p14:tracePt t="20014" x="5232400" y="3282950"/>
          <p14:tracePt t="20031" x="5232400" y="3251200"/>
          <p14:tracePt t="20048" x="5232400" y="3213100"/>
          <p14:tracePt t="20064" x="5232400" y="3200400"/>
          <p14:tracePt t="20081" x="5232400" y="3194050"/>
          <p14:tracePt t="20114" x="5219700" y="3187700"/>
          <p14:tracePt t="20131" x="5213350" y="3181350"/>
          <p14:tracePt t="20147" x="5200650" y="3175000"/>
          <p14:tracePt t="20164" x="5187950" y="3162300"/>
          <p14:tracePt t="20181" x="5168900" y="3155950"/>
          <p14:tracePt t="20197" x="5156200" y="3143250"/>
          <p14:tracePt t="20214" x="5143500" y="3136900"/>
          <p14:tracePt t="20231" x="5124450" y="3136900"/>
          <p14:tracePt t="20248" x="5099050" y="3136900"/>
          <p14:tracePt t="20264" x="5080000" y="3136900"/>
          <p14:tracePt t="20281" x="5073650" y="3143250"/>
          <p14:tracePt t="20298" x="5060950" y="3155950"/>
          <p14:tracePt t="20314" x="5054600" y="3168650"/>
          <p14:tracePt t="20331" x="5054600" y="3187700"/>
          <p14:tracePt t="20348" x="5054600" y="3200400"/>
          <p14:tracePt t="20364" x="5060950" y="3225800"/>
          <p14:tracePt t="20381" x="5080000" y="3238500"/>
          <p14:tracePt t="20399" x="5130800" y="3263900"/>
          <p14:tracePt t="20414" x="5181600" y="3282950"/>
          <p14:tracePt t="20431" x="5308600" y="3321050"/>
          <p14:tracePt t="20447" x="5492750" y="3378200"/>
          <p14:tracePt t="20464" x="5505450" y="3378200"/>
          <p14:tracePt t="20536" x="5511800" y="3378200"/>
          <p14:tracePt t="20552" x="5518150" y="3378200"/>
          <p14:tracePt t="20576" x="5524500" y="3378200"/>
          <p14:tracePt t="20585" x="5524500" y="3371850"/>
          <p14:tracePt t="20592" x="5530850" y="3371850"/>
          <p14:tracePt t="20608" x="5537200" y="3365500"/>
          <p14:tracePt t="20624" x="5549900" y="3359150"/>
          <p14:tracePt t="20633" x="5556250" y="3352800"/>
          <p14:tracePt t="20648" x="5562600" y="3340100"/>
          <p14:tracePt t="20664" x="5575300" y="3308350"/>
          <p14:tracePt t="20681" x="5588000" y="3302000"/>
          <p14:tracePt t="20698" x="5600700" y="3282950"/>
          <p14:tracePt t="20714" x="5600700" y="3276600"/>
          <p14:tracePt t="20731" x="5607050" y="3270250"/>
          <p14:tracePt t="20765" x="5613400" y="3270250"/>
          <p14:tracePt t="20781" x="5619750" y="3270250"/>
          <p14:tracePt t="20798" x="5626100" y="3257550"/>
          <p14:tracePt t="20815" x="5638800" y="3244850"/>
          <p14:tracePt t="20833" x="5651500" y="3238500"/>
          <p14:tracePt t="20856" x="5651500" y="3232150"/>
          <p14:tracePt t="20880" x="5651500" y="3219450"/>
          <p14:tracePt t="20888" x="5651500" y="3213100"/>
          <p14:tracePt t="20898" x="5651500" y="3194050"/>
          <p14:tracePt t="20915" x="5657850" y="3168650"/>
          <p14:tracePt t="20931" x="5657850" y="3136900"/>
          <p14:tracePt t="20948" x="5657850" y="3117850"/>
          <p14:tracePt t="20965" x="5651500" y="3117850"/>
          <p14:tracePt t="21009" x="5651500" y="3111500"/>
          <p14:tracePt t="21033" x="5638800" y="3098800"/>
          <p14:tracePt t="21040" x="5626100" y="3086100"/>
          <p14:tracePt t="21050" x="5619750" y="3079750"/>
          <p14:tracePt t="21065" x="5588000" y="3060700"/>
          <p14:tracePt t="21081" x="5568950" y="3054350"/>
          <p14:tracePt t="21098" x="5556250" y="3048000"/>
          <p14:tracePt t="21115" x="5537200" y="3048000"/>
          <p14:tracePt t="21132" x="5505450" y="3035300"/>
          <p14:tracePt t="21149" x="5454650" y="3022600"/>
          <p14:tracePt t="21165" x="5372100" y="3003550"/>
          <p14:tracePt t="21182" x="5346700" y="3003550"/>
          <p14:tracePt t="21198" x="5327650" y="3003550"/>
          <p14:tracePt t="21216" x="5314950" y="3003550"/>
          <p14:tracePt t="21232" x="5314950" y="3022600"/>
          <p14:tracePt t="21248" x="5302250" y="3035300"/>
          <p14:tracePt t="21265" x="5302250" y="3060700"/>
          <p14:tracePt t="21282" x="5308600" y="3086100"/>
          <p14:tracePt t="21299" x="5327650" y="3105150"/>
          <p14:tracePt t="21315" x="5346700" y="3124200"/>
          <p14:tracePt t="21332" x="5378450" y="3143250"/>
          <p14:tracePt t="21337" x="5397500" y="3149600"/>
          <p14:tracePt t="21349" x="5410200" y="3162300"/>
          <p14:tracePt t="21365" x="5435600" y="3187700"/>
          <p14:tracePt t="21382" x="5454650" y="3200400"/>
          <p14:tracePt t="21399" x="5461000" y="3206750"/>
          <p14:tracePt t="21416" x="5480050" y="3219450"/>
          <p14:tracePt t="21432" x="5505450" y="3225800"/>
          <p14:tracePt t="21449" x="5524500" y="3225800"/>
          <p14:tracePt t="21465" x="5537200" y="3225800"/>
          <p14:tracePt t="21499" x="5543550" y="3232150"/>
          <p14:tracePt t="21515" x="5549900" y="3232150"/>
          <p14:tracePt t="21549" x="5549900" y="3238500"/>
          <p14:tracePt t="21566" x="5543550" y="3238500"/>
          <p14:tracePt t="21583" x="5499100" y="3238500"/>
          <p14:tracePt t="21600" x="5467350" y="3238500"/>
          <p14:tracePt t="21616" x="5403850" y="3238500"/>
          <p14:tracePt t="21632" x="5384800" y="3238500"/>
          <p14:tracePt t="21649" x="5372100" y="3238500"/>
          <p14:tracePt t="21665" x="5353050" y="3238500"/>
          <p14:tracePt t="21682" x="5346700" y="3232150"/>
          <p14:tracePt t="21699" x="5334000" y="3225800"/>
          <p14:tracePt t="21715" x="5327650" y="3219450"/>
          <p14:tracePt t="21732" x="5327650" y="3213100"/>
          <p14:tracePt t="21750" x="5327650" y="3175000"/>
          <p14:tracePt t="21766" x="5327650" y="3143250"/>
          <p14:tracePt t="21782" x="5340350" y="3117850"/>
          <p14:tracePt t="21799" x="5346700" y="3092450"/>
          <p14:tracePt t="21815" x="5359400" y="3067050"/>
          <p14:tracePt t="21832" x="5359400" y="3054350"/>
          <p14:tracePt t="21849" x="5359400" y="3041650"/>
          <p14:tracePt t="21866" x="5359400" y="3028950"/>
          <p14:tracePt t="21882" x="5346700" y="3016250"/>
          <p14:tracePt t="21899" x="5340350" y="3009900"/>
          <p14:tracePt t="21916" x="5327650" y="3003550"/>
          <p14:tracePt t="21933" x="5308600" y="2990850"/>
          <p14:tracePt t="21966" x="5302250" y="2990850"/>
          <p14:tracePt t="21983" x="5289550" y="2990850"/>
          <p14:tracePt t="21999" x="5270500" y="2990850"/>
          <p14:tracePt t="22016" x="5264150" y="2990850"/>
          <p14:tracePt t="22032" x="5251450" y="2990850"/>
          <p14:tracePt t="22049" x="5238750" y="2997200"/>
          <p14:tracePt t="22066" x="5226050" y="2997200"/>
          <p14:tracePt t="22082" x="5207000" y="3009900"/>
          <p14:tracePt t="22099" x="5181600" y="3022600"/>
          <p14:tracePt t="22116" x="5156200" y="3041650"/>
          <p14:tracePt t="22133" x="5149850" y="3054350"/>
          <p14:tracePt t="22149" x="5143500" y="3067050"/>
          <p14:tracePt t="22166" x="5143500" y="3079750"/>
          <p14:tracePt t="22183" x="5143500" y="3098800"/>
          <p14:tracePt t="22199" x="5149850" y="3136900"/>
          <p14:tracePt t="22216" x="5181600" y="3181350"/>
          <p14:tracePt t="22233" x="5213350" y="3219450"/>
          <p14:tracePt t="22249" x="5245100" y="3238500"/>
          <p14:tracePt t="22266" x="5264150" y="3251200"/>
          <p14:tracePt t="22283" x="5289550" y="3257550"/>
          <p14:tracePt t="22299" x="5302250" y="3257550"/>
          <p14:tracePt t="22316" x="5321300" y="3263900"/>
          <p14:tracePt t="22333" x="5334000" y="3263900"/>
          <p14:tracePt t="22349" x="5346700" y="3263900"/>
          <p14:tracePt t="22352" x="5353050" y="3263900"/>
          <p14:tracePt t="22369" x="5365750" y="3263900"/>
          <p14:tracePt t="22385" x="5378450" y="3257550"/>
          <p14:tracePt t="22400" x="5384800" y="3238500"/>
          <p14:tracePt t="22416" x="5384800" y="3200400"/>
          <p14:tracePt t="22433" x="5384800" y="3187700"/>
          <p14:tracePt t="22466" x="5384800" y="3200400"/>
          <p14:tracePt t="22483" x="5384800" y="3251200"/>
          <p14:tracePt t="22500" x="5391150" y="3333750"/>
          <p14:tracePt t="22516" x="5448300" y="3441700"/>
          <p14:tracePt t="22533" x="5549900" y="3505200"/>
          <p14:tracePt t="22550" x="5638800" y="3517900"/>
          <p14:tracePt t="22566" x="5727700" y="3492500"/>
          <p14:tracePt t="22584" x="5803900" y="3460750"/>
          <p14:tracePt t="22616" x="5810250" y="3460750"/>
          <p14:tracePt t="22664" x="5816600" y="3460750"/>
          <p14:tracePt t="22672" x="5822950" y="3460750"/>
          <p14:tracePt t="22688" x="5822950" y="3454400"/>
          <p14:tracePt t="22700" x="5829300" y="3435350"/>
          <p14:tracePt t="22716" x="5848350" y="3403600"/>
          <p14:tracePt t="22733" x="5861050" y="3384550"/>
          <p14:tracePt t="22750" x="5867400" y="3340100"/>
          <p14:tracePt t="22768" x="5873750" y="3314700"/>
          <p14:tracePt t="22784" x="5880100" y="3282950"/>
          <p14:tracePt t="22800" x="5880100" y="3270250"/>
          <p14:tracePt t="22817" x="5886450" y="3257550"/>
          <p14:tracePt t="22834" x="5886450" y="3251200"/>
          <p14:tracePt t="22850" x="5886450" y="3238500"/>
          <p14:tracePt t="22867" x="5886450" y="3225800"/>
          <p14:tracePt t="22883" x="5886450" y="3219450"/>
          <p14:tracePt t="22900" x="5886450" y="3213100"/>
          <p14:tracePt t="22917" x="5861050" y="3194050"/>
          <p14:tracePt t="22934" x="5854700" y="3175000"/>
          <p14:tracePt t="22950" x="5835650" y="3168650"/>
          <p14:tracePt t="22967" x="5797550" y="3155950"/>
          <p14:tracePt t="22984" x="5740400" y="3136900"/>
          <p14:tracePt t="23000" x="5727700" y="3136900"/>
          <p14:tracePt t="23017" x="5721350" y="3130550"/>
          <p14:tracePt t="23034" x="5715000" y="3124200"/>
          <p14:tracePt t="23050" x="5708650" y="3124200"/>
          <p14:tracePt t="23067" x="5689600" y="3124200"/>
          <p14:tracePt t="23083" x="5670550" y="3149600"/>
          <p14:tracePt t="23100" x="5645150" y="3175000"/>
          <p14:tracePt t="23117" x="5638800" y="3187700"/>
          <p14:tracePt t="23134" x="5638800" y="3225800"/>
          <p14:tracePt t="23150" x="5645150" y="3244850"/>
          <p14:tracePt t="23167" x="5670550" y="3270250"/>
          <p14:tracePt t="23184" x="5759450" y="3295650"/>
          <p14:tracePt t="23200" x="5784850" y="3302000"/>
          <p14:tracePt t="23217" x="5803900" y="3302000"/>
          <p14:tracePt t="23234" x="5842000" y="3276600"/>
          <p14:tracePt t="23250" x="5848350" y="3251200"/>
          <p14:tracePt t="23267" x="5880100" y="3213100"/>
          <p14:tracePt t="23284" x="5918200" y="3194050"/>
          <p14:tracePt t="23338" x="5924550" y="3194050"/>
          <p14:tracePt t="23345" x="5943600" y="3194050"/>
          <p14:tracePt t="23361" x="5981700" y="3213100"/>
          <p14:tracePt t="23370" x="6000750" y="3225800"/>
          <p14:tracePt t="23384" x="6134100" y="3282950"/>
          <p14:tracePt t="23401" x="6375400" y="3365500"/>
          <p14:tracePt t="23417" x="6559550" y="3416300"/>
          <p14:tracePt t="23434" x="6623050" y="3416300"/>
          <p14:tracePt t="23451" x="6623050" y="3365500"/>
          <p14:tracePt t="23468" x="6623050" y="3308350"/>
          <p14:tracePt t="23484" x="6629400" y="3251200"/>
          <p14:tracePt t="23501" x="6762750" y="3225800"/>
          <p14:tracePt t="23517" x="7175500" y="3295650"/>
          <p14:tracePt t="23534" x="7664450" y="3467100"/>
          <p14:tracePt t="23551" x="8032750" y="3594100"/>
          <p14:tracePt t="23568" x="8039100" y="3594100"/>
          <p14:tracePt t="23584" x="8020050" y="3568700"/>
          <p14:tracePt t="23601" x="7874000" y="3460750"/>
          <p14:tracePt t="23618" x="7658100" y="3302000"/>
          <p14:tracePt t="23634" x="7607300" y="3270250"/>
          <p14:tracePt t="23667" x="7613650" y="3276600"/>
          <p14:tracePt t="23684" x="7620000" y="3302000"/>
          <p14:tracePt t="23701" x="7632700" y="3321050"/>
          <p14:tracePt t="23718" x="7632700" y="3327400"/>
          <p14:tracePt t="23734" x="7639050" y="3333750"/>
          <p14:tracePt t="23949" x="7639050" y="3340100"/>
          <p14:tracePt t="28490" x="7620000" y="3384550"/>
          <p14:tracePt t="28574" x="7626350" y="3384550"/>
          <p14:tracePt t="28582" x="7632700" y="3384550"/>
          <p14:tracePt t="28590" x="7639050" y="3384550"/>
          <p14:tracePt t="28614" x="7639050" y="3390900"/>
          <p14:tracePt t="28650" x="7639050" y="3397250"/>
          <p14:tracePt t="28841" x="7632700" y="3409950"/>
          <p14:tracePt t="28873" x="7626350" y="3416300"/>
          <p14:tracePt t="28885" x="7620000" y="3422650"/>
          <p14:tracePt t="28897" x="7613650" y="3422650"/>
          <p14:tracePt t="28906" x="7607300" y="3435350"/>
          <p14:tracePt t="28928" x="7600950" y="3435350"/>
          <p14:tracePt t="29002" x="7594600" y="3435350"/>
          <p14:tracePt t="29018" x="7594600" y="3441700"/>
          <p14:tracePt t="29026" x="7588250" y="3448050"/>
          <p14:tracePt t="29040" x="7575550" y="3454400"/>
          <p14:tracePt t="29056" x="7562850" y="3460750"/>
          <p14:tracePt t="29073" x="7550150" y="3460750"/>
          <p14:tracePt t="29136" x="7543800" y="3467100"/>
          <p14:tracePt t="29160" x="7543800" y="3473450"/>
          <p14:tracePt t="29169" x="7543800" y="3479800"/>
          <p14:tracePt t="29210" x="7543800" y="3486150"/>
          <p14:tracePt t="29314" x="7531100" y="3492500"/>
          <p14:tracePt t="29322" x="7524750" y="3498850"/>
          <p14:tracePt t="29330" x="7518400" y="3505200"/>
          <p14:tracePt t="29340" x="7518400" y="3511550"/>
          <p14:tracePt t="34522" x="7512050" y="3517900"/>
          <p14:tracePt t="34542" x="7505700" y="3517900"/>
          <p14:tracePt t="34550" x="7499350" y="3511550"/>
          <p14:tracePt t="34562" x="7473950" y="3473450"/>
          <p14:tracePt t="34580" x="7448550" y="3429000"/>
          <p14:tracePt t="34596" x="7416800" y="3397250"/>
          <p14:tracePt t="34613" x="7391400" y="3346450"/>
          <p14:tracePt t="34629" x="7378700" y="3327400"/>
          <p14:tracePt t="34645" x="7378700" y="3314700"/>
          <p14:tracePt t="34662" x="7366000" y="3302000"/>
          <p14:tracePt t="34679" x="7359650" y="3282950"/>
          <p14:tracePt t="34696" x="7353300" y="3263900"/>
          <p14:tracePt t="34713" x="7353300" y="3244850"/>
          <p14:tracePt t="34729" x="7353300" y="3219450"/>
          <p14:tracePt t="34745" x="7334250" y="3181350"/>
          <p14:tracePt t="34762" x="7321550" y="3130550"/>
          <p14:tracePt t="34779" x="7277100" y="3067050"/>
          <p14:tracePt t="34796" x="7245350" y="3022600"/>
          <p14:tracePt t="34813" x="7188200" y="2952750"/>
          <p14:tracePt t="34829" x="7124700" y="2876550"/>
          <p14:tracePt t="34845" x="7048500" y="2800350"/>
          <p14:tracePt t="34862" x="6991350" y="2749550"/>
          <p14:tracePt t="34879" x="6927850" y="2705100"/>
          <p14:tracePt t="34896" x="6858000" y="2654300"/>
          <p14:tracePt t="34912" x="6807200" y="2628900"/>
          <p14:tracePt t="34929" x="6762750" y="2590800"/>
          <p14:tracePt t="34946" x="6711950" y="2565400"/>
          <p14:tracePt t="34962" x="6635750" y="2520950"/>
          <p14:tracePt t="34979" x="6578600" y="2482850"/>
          <p14:tracePt t="34996" x="6502400" y="2444750"/>
          <p14:tracePt t="35013" x="6445250" y="2413000"/>
          <p14:tracePt t="35029" x="6394450" y="2381250"/>
          <p14:tracePt t="35045" x="6350000" y="2349500"/>
          <p14:tracePt t="35062" x="6292850" y="2324100"/>
          <p14:tracePt t="35079" x="6223000" y="2298700"/>
          <p14:tracePt t="35096" x="6115050" y="2254250"/>
          <p14:tracePt t="35113" x="6064250" y="2235200"/>
          <p14:tracePt t="35129" x="6019800" y="2209800"/>
          <p14:tracePt t="35146" x="5975350" y="2197100"/>
          <p14:tracePt t="35162" x="5937250" y="2178050"/>
          <p14:tracePt t="35180" x="5899150" y="2165350"/>
          <p14:tracePt t="35197" x="5861050" y="2152650"/>
          <p14:tracePt t="35213" x="5772150" y="2120900"/>
          <p14:tracePt t="35230" x="5670550" y="2076450"/>
          <p14:tracePt t="35246" x="5575300" y="2051050"/>
          <p14:tracePt t="35263" x="5467350" y="2012950"/>
          <p14:tracePt t="35280" x="5334000" y="1968500"/>
          <p14:tracePt t="35296" x="5257800" y="1949450"/>
          <p14:tracePt t="35313" x="5168900" y="1924050"/>
          <p14:tracePt t="35329" x="5080000" y="1898650"/>
          <p14:tracePt t="35346" x="4984750" y="1879600"/>
          <p14:tracePt t="35362" x="4845050" y="1847850"/>
          <p14:tracePt t="35379" x="4692650" y="1816100"/>
          <p14:tracePt t="35396" x="4546600" y="1790700"/>
          <p14:tracePt t="35413" x="4406900" y="1765300"/>
          <p14:tracePt t="35429" x="4273550" y="1746250"/>
          <p14:tracePt t="35446" x="4146550" y="1727200"/>
          <p14:tracePt t="35450" x="4076700" y="1714500"/>
          <p14:tracePt t="35462" x="4006850" y="1701800"/>
          <p14:tracePt t="35480" x="3822700" y="1663700"/>
          <p14:tracePt t="35496" x="3740150" y="1657350"/>
          <p14:tracePt t="35513" x="3676650" y="1657350"/>
          <p14:tracePt t="35530" x="3638550" y="1657350"/>
          <p14:tracePt t="35547" x="3600450" y="1657350"/>
          <p14:tracePt t="35563" x="3524250" y="1657350"/>
          <p14:tracePt t="35580" x="3435350" y="1657350"/>
          <p14:tracePt t="35597" x="3352800" y="1657350"/>
          <p14:tracePt t="35613" x="3282950" y="1657350"/>
          <p14:tracePt t="35630" x="3213100" y="1657350"/>
          <p14:tracePt t="35647" x="3155950" y="1657350"/>
          <p14:tracePt t="35664" x="3016250" y="1657350"/>
          <p14:tracePt t="35680" x="2927350" y="1670050"/>
          <p14:tracePt t="35696" x="2857500" y="1689100"/>
          <p14:tracePt t="35713" x="2787650" y="1701800"/>
          <p14:tracePt t="35730" x="2724150" y="1708150"/>
          <p14:tracePt t="35746" x="2660650" y="1720850"/>
          <p14:tracePt t="35763" x="2590800" y="1727200"/>
          <p14:tracePt t="35780" x="2501900" y="1739900"/>
          <p14:tracePt t="35797" x="2400300" y="1752600"/>
          <p14:tracePt t="35813" x="2286000" y="1758950"/>
          <p14:tracePt t="35830" x="2178050" y="1758950"/>
          <p14:tracePt t="35847" x="2101850" y="1758950"/>
          <p14:tracePt t="35864" x="2012950" y="1758950"/>
          <p14:tracePt t="35880" x="1962150" y="1758950"/>
          <p14:tracePt t="35897" x="1892300" y="1771650"/>
          <p14:tracePt t="35913" x="1797050" y="1790700"/>
          <p14:tracePt t="35930" x="1701800" y="1822450"/>
          <p14:tracePt t="35947" x="1631950" y="1847850"/>
          <p14:tracePt t="35963" x="1574800" y="1873250"/>
          <p14:tracePt t="35980" x="1504950" y="1898650"/>
          <p14:tracePt t="35997" x="1416050" y="1943100"/>
          <p14:tracePt t="36013" x="1301750" y="2006600"/>
          <p14:tracePt t="36030" x="1187450" y="2082800"/>
          <p14:tracePt t="36047" x="1098550" y="2152650"/>
          <p14:tracePt t="36064" x="1016000" y="2228850"/>
          <p14:tracePt t="36080" x="977900" y="2286000"/>
          <p14:tracePt t="36097" x="939800" y="2343150"/>
          <p14:tracePt t="36113" x="889000" y="2438400"/>
          <p14:tracePt t="36130" x="819150" y="2552700"/>
          <p14:tracePt t="36147" x="749300" y="2679700"/>
          <p14:tracePt t="36164" x="685800" y="2787650"/>
          <p14:tracePt t="36180" x="673100" y="2863850"/>
          <p14:tracePt t="36197" x="673100" y="2895600"/>
          <p14:tracePt t="36213" x="673100" y="2908300"/>
          <p14:tracePt t="36230" x="673100" y="2940050"/>
          <p14:tracePt t="36247" x="673100" y="2984500"/>
          <p14:tracePt t="36264" x="673100" y="3168650"/>
          <p14:tracePt t="36280" x="673100" y="3359150"/>
          <p14:tracePt t="36297" x="673100" y="3619500"/>
          <p14:tracePt t="36313" x="673100" y="3797300"/>
          <p14:tracePt t="36330" x="685800" y="3892550"/>
          <p14:tracePt t="36347" x="698500" y="3911600"/>
          <p14:tracePt t="36364" x="717550" y="3930650"/>
          <p14:tracePt t="36380" x="717550" y="3937000"/>
          <p14:tracePt t="36397" x="723900" y="4006850"/>
          <p14:tracePt t="36414" x="742950" y="4051300"/>
          <p14:tracePt t="36431" x="787400" y="4114800"/>
          <p14:tracePt t="36434" x="806450" y="4140200"/>
          <p14:tracePt t="36447" x="844550" y="4159250"/>
          <p14:tracePt t="36464" x="876300" y="4159250"/>
          <p14:tracePt t="36480" x="901700" y="4159250"/>
          <p14:tracePt t="36497" x="939800" y="4171950"/>
          <p14:tracePt t="36514" x="977900" y="4184650"/>
          <p14:tracePt t="36530" x="1092200" y="4229100"/>
          <p14:tracePt t="36547" x="1263650" y="4279900"/>
          <p14:tracePt t="36564" x="1390650" y="4311650"/>
          <p14:tracePt t="36581" x="1504950" y="4330700"/>
          <p14:tracePt t="36598" x="1593850" y="4343400"/>
          <p14:tracePt t="36614" x="1701800" y="4375150"/>
          <p14:tracePt t="36631" x="1828800" y="4438650"/>
          <p14:tracePt t="36648" x="2114550" y="4603750"/>
          <p14:tracePt t="36665" x="2286000" y="4711700"/>
          <p14:tracePt t="36681" x="2432050" y="4775200"/>
          <p14:tracePt t="36698" x="2559050" y="4813300"/>
          <p14:tracePt t="36714" x="2660650" y="4832350"/>
          <p14:tracePt t="36731" x="2768600" y="4857750"/>
          <p14:tracePt t="36747" x="2889250" y="4883150"/>
          <p14:tracePt t="36764" x="3009900" y="4914900"/>
          <p14:tracePt t="36781" x="3079750" y="4933950"/>
          <p14:tracePt t="36797" x="3086100" y="4933950"/>
          <p14:tracePt t="36814" x="3105150" y="4933950"/>
          <p14:tracePt t="36831" x="3175000" y="4933950"/>
          <p14:tracePt t="36848" x="3270250" y="4940300"/>
          <p14:tracePt t="36865" x="3441700" y="4959350"/>
          <p14:tracePt t="36881" x="3632200" y="4991100"/>
          <p14:tracePt t="36898" x="3803650" y="5029200"/>
          <p14:tracePt t="36915" x="3949700" y="5048250"/>
          <p14:tracePt t="36932" x="4044950" y="5054600"/>
          <p14:tracePt t="36936" x="4089400" y="5054600"/>
          <p14:tracePt t="36947" x="4133850" y="5054600"/>
          <p14:tracePt t="36964" x="4235450" y="5054600"/>
          <p14:tracePt t="36981" x="4330700" y="5022850"/>
          <p14:tracePt t="36998" x="4413250" y="4984750"/>
          <p14:tracePt t="37014" x="4476750" y="4946650"/>
          <p14:tracePt t="37032" x="4578350" y="4895850"/>
          <p14:tracePt t="37048" x="4667250" y="4857750"/>
          <p14:tracePt t="37064" x="4756150" y="4832350"/>
          <p14:tracePt t="37081" x="4838700" y="4813300"/>
          <p14:tracePt t="37098" x="4933950" y="4806950"/>
          <p14:tracePt t="37114" x="5016500" y="4806950"/>
          <p14:tracePt t="37131" x="5048250" y="4806950"/>
          <p14:tracePt t="37148" x="5060950" y="4806950"/>
          <p14:tracePt t="37164" x="5073650" y="4806950"/>
          <p14:tracePt t="37181" x="5099050" y="4806950"/>
          <p14:tracePt t="37198" x="5181600" y="4838700"/>
          <p14:tracePt t="37214" x="5524500" y="4978400"/>
          <p14:tracePt t="37232" x="5759450" y="5073650"/>
          <p14:tracePt t="37248" x="5911850" y="5118100"/>
          <p14:tracePt t="37264" x="5949950" y="5124450"/>
          <p14:tracePt t="37322" x="5956300" y="5124450"/>
          <p14:tracePt t="37330" x="5956300" y="5118100"/>
          <p14:tracePt t="37346" x="5956300" y="5111750"/>
          <p14:tracePt t="37362" x="5956300" y="5105400"/>
          <p14:tracePt t="37368" x="5956300" y="5092700"/>
          <p14:tracePt t="37381" x="5956300" y="5080000"/>
          <p14:tracePt t="37398" x="6000750" y="5048250"/>
          <p14:tracePt t="37414" x="6064250" y="4997450"/>
          <p14:tracePt t="37432" x="6115050" y="4921250"/>
          <p14:tracePt t="37448" x="6140450" y="4851400"/>
          <p14:tracePt t="37465" x="6153150" y="4819650"/>
          <p14:tracePt t="37481" x="6172200" y="4762500"/>
          <p14:tracePt t="37498" x="6184900" y="4699000"/>
          <p14:tracePt t="37515" x="6197600" y="4622800"/>
          <p14:tracePt t="37531" x="6216650" y="4521200"/>
          <p14:tracePt t="37548" x="6235700" y="4419600"/>
          <p14:tracePt t="37565" x="6261100" y="4305300"/>
          <p14:tracePt t="37581" x="6286500" y="4191000"/>
          <p14:tracePt t="37598" x="6299200" y="4064000"/>
          <p14:tracePt t="37616" x="6318250" y="3854450"/>
          <p14:tracePt t="37632" x="6318250" y="3727450"/>
          <p14:tracePt t="37649" x="6318250" y="3632200"/>
          <p14:tracePt t="37665" x="6318250" y="3562350"/>
          <p14:tracePt t="37682" x="6318250" y="3524250"/>
          <p14:tracePt t="37699" x="6318250" y="3479800"/>
          <p14:tracePt t="37716" x="6318250" y="3429000"/>
          <p14:tracePt t="37732" x="6318250" y="3378200"/>
          <p14:tracePt t="37749" x="6305550" y="3314700"/>
          <p14:tracePt t="37766" x="6292850" y="3257550"/>
          <p14:tracePt t="37782" x="6280150" y="3206750"/>
          <p14:tracePt t="37798" x="6280150" y="3155950"/>
          <p14:tracePt t="37816" x="6273800" y="3111500"/>
          <p14:tracePt t="37832" x="6254750" y="2997200"/>
          <p14:tracePt t="37848" x="6229350" y="2914650"/>
          <p14:tracePt t="37865" x="6184900" y="2819400"/>
          <p14:tracePt t="37882" x="6134100" y="2743200"/>
          <p14:tracePt t="37899" x="6102350" y="2679700"/>
          <p14:tracePt t="37915" x="6057900" y="2622550"/>
          <p14:tracePt t="37932" x="6013450" y="2565400"/>
          <p14:tracePt t="37949" x="5943600" y="2501900"/>
          <p14:tracePt t="37965" x="5854700" y="2444750"/>
          <p14:tracePt t="37982" x="5772150" y="2393950"/>
          <p14:tracePt t="37998" x="5721350" y="2362200"/>
          <p14:tracePt t="38016" x="5689600" y="2343150"/>
          <p14:tracePt t="38032" x="5676900" y="2330450"/>
          <p14:tracePt t="38049" x="5645150" y="2311400"/>
          <p14:tracePt t="38065" x="5594350" y="2298700"/>
          <p14:tracePt t="38082" x="5537200" y="2273300"/>
          <p14:tracePt t="38099" x="5499100" y="2266950"/>
          <p14:tracePt t="38116" x="5454650" y="2254250"/>
          <p14:tracePt t="38132" x="5429250" y="2247900"/>
          <p14:tracePt t="38149" x="5410200" y="2241550"/>
          <p14:tracePt t="38166" x="5384800" y="2235200"/>
          <p14:tracePt t="38182" x="5346700" y="2235200"/>
          <p14:tracePt t="38199" x="5302250" y="2235200"/>
          <p14:tracePt t="38216" x="5207000" y="2235200"/>
          <p14:tracePt t="38232" x="5156200" y="2235200"/>
          <p14:tracePt t="38249" x="5130800" y="2235200"/>
          <p14:tracePt t="38265" x="5124450" y="2235200"/>
          <p14:tracePt t="38558" x="5124450" y="2241550"/>
          <p14:tracePt t="38570" x="5130800" y="2254250"/>
          <p14:tracePt t="38577" x="5137150" y="2254250"/>
          <p14:tracePt t="38586" x="5149850" y="2266950"/>
          <p14:tracePt t="38600" x="5187950" y="2286000"/>
          <p14:tracePt t="38616" x="5232400" y="2317750"/>
          <p14:tracePt t="38632" x="5295900" y="2336800"/>
          <p14:tracePt t="38649" x="5384800" y="2355850"/>
          <p14:tracePt t="38666" x="5772150" y="2444750"/>
          <p14:tracePt t="38683" x="5943600" y="2476500"/>
          <p14:tracePt t="38721" x="5943600" y="2470150"/>
          <p14:tracePt t="38733" x="5918200" y="2457450"/>
          <p14:tracePt t="38750" x="5886450" y="2425700"/>
          <p14:tracePt t="38766" x="5880100" y="2419350"/>
          <p14:tracePt t="40345" x="5842000" y="2406650"/>
          <p14:tracePt t="40358" x="5829300" y="2400300"/>
          <p14:tracePt t="40368" x="5695950" y="2349500"/>
          <p14:tracePt t="40385" x="5607050" y="2311400"/>
          <p14:tracePt t="40401" x="5562600" y="2298700"/>
          <p14:tracePt t="40438" x="5562600" y="2292350"/>
          <p14:tracePt t="40529" x="5556250" y="2292350"/>
          <p14:tracePt t="40545" x="5549900" y="2292350"/>
          <p14:tracePt t="40554" x="5537200" y="2292350"/>
          <p14:tracePt t="40560" x="5505450" y="2292350"/>
          <p14:tracePt t="40569" x="5467350" y="2292350"/>
          <p14:tracePt t="40584" x="5403850" y="2292350"/>
          <p14:tracePt t="40601" x="5359400" y="2292350"/>
          <p14:tracePt t="40618" x="5340350" y="2292350"/>
          <p14:tracePt t="40635" x="5314950" y="2292350"/>
          <p14:tracePt t="40652" x="5264150" y="2292350"/>
          <p14:tracePt t="40668" x="5232400" y="2292350"/>
          <p14:tracePt t="40685" x="5194300" y="2279650"/>
          <p14:tracePt t="40701" x="5156200" y="2266950"/>
          <p14:tracePt t="40718" x="5111750" y="2260600"/>
          <p14:tracePt t="40735" x="5060950" y="2254250"/>
          <p14:tracePt t="40752" x="4972050" y="2247900"/>
          <p14:tracePt t="40768" x="4902200" y="2235200"/>
          <p14:tracePt t="40785" x="4794250" y="2216150"/>
          <p14:tracePt t="40801" x="4699000" y="2203450"/>
          <p14:tracePt t="40818" x="4679950" y="2190750"/>
          <p14:tracePt t="40835" x="4673600" y="2190750"/>
          <p14:tracePt t="40852" x="4667250" y="2190750"/>
          <p14:tracePt t="40869" x="4660900" y="2190750"/>
          <p14:tracePt t="40885" x="4648200" y="2190750"/>
          <p14:tracePt t="40902" x="4629150" y="2190750"/>
          <p14:tracePt t="40918" x="4616450" y="2190750"/>
          <p14:tracePt t="40935" x="4610100" y="2184400"/>
          <p14:tracePt t="40953" x="4603750" y="2184400"/>
          <p14:tracePt t="40968" x="4591050" y="2178050"/>
          <p14:tracePt t="40985" x="4572000" y="2178050"/>
          <p14:tracePt t="41002" x="4540250" y="2171700"/>
          <p14:tracePt t="41018" x="4502150" y="2165350"/>
          <p14:tracePt t="41035" x="4457700" y="2159000"/>
          <p14:tracePt t="41052" x="4406900" y="2146300"/>
          <p14:tracePt t="41069" x="4330700" y="2133600"/>
          <p14:tracePt t="41085" x="4241800" y="2120900"/>
          <p14:tracePt t="41102" x="4191000" y="2108200"/>
          <p14:tracePt t="41118" x="4165600" y="2101850"/>
          <p14:tracePt t="41135" x="4140200" y="2095500"/>
          <p14:tracePt t="41152" x="4064000" y="2095500"/>
          <p14:tracePt t="41169" x="3962400" y="2095500"/>
          <p14:tracePt t="41185" x="3841750" y="2095500"/>
          <p14:tracePt t="41202" x="3727450" y="2095500"/>
          <p14:tracePt t="41219" x="3625850" y="2095500"/>
          <p14:tracePt t="41235" x="3530600" y="2108200"/>
          <p14:tracePt t="41252" x="3435350" y="2114550"/>
          <p14:tracePt t="41269" x="3352800" y="2114550"/>
          <p14:tracePt t="41286" x="3276600" y="2127250"/>
          <p14:tracePt t="41302" x="3206750" y="2133600"/>
          <p14:tracePt t="41318" x="3181350" y="2146300"/>
          <p14:tracePt t="41335" x="3175000" y="2146300"/>
          <p14:tracePt t="41352" x="3124200" y="2171700"/>
          <p14:tracePt t="41368" x="3048000" y="2190750"/>
          <p14:tracePt t="41385" x="2990850" y="2209800"/>
          <p14:tracePt t="41402" x="2895600" y="2228850"/>
          <p14:tracePt t="41419" x="2794000" y="2247900"/>
          <p14:tracePt t="41436" x="2686050" y="2266950"/>
          <p14:tracePt t="41452" x="2590800" y="2279650"/>
          <p14:tracePt t="41469" x="2559050" y="2286000"/>
          <p14:tracePt t="41486" x="2540000" y="2298700"/>
          <p14:tracePt t="41502" x="2508250" y="2317750"/>
          <p14:tracePt t="41519" x="2470150" y="2330450"/>
          <p14:tracePt t="41536" x="2432050" y="2355850"/>
          <p14:tracePt t="41552" x="2425700" y="2355850"/>
          <p14:tracePt t="41569" x="2419350" y="2362200"/>
          <p14:tracePt t="41602" x="2419350" y="2381250"/>
          <p14:tracePt t="41619" x="2413000" y="2413000"/>
          <p14:tracePt t="41636" x="2413000" y="2444750"/>
          <p14:tracePt t="41652" x="2406650" y="2470150"/>
          <p14:tracePt t="41669" x="2406650" y="2501900"/>
          <p14:tracePt t="41686" x="2413000" y="2546350"/>
          <p14:tracePt t="41702" x="2476500" y="2616200"/>
          <p14:tracePt t="41720" x="2565400" y="2698750"/>
          <p14:tracePt t="41736" x="2654300" y="2743200"/>
          <p14:tracePt t="41752" x="2673350" y="2743200"/>
          <p14:tracePt t="41769" x="2698750" y="2705100"/>
          <p14:tracePt t="41786" x="2711450" y="2616200"/>
          <p14:tracePt t="41803" x="2717800" y="2527300"/>
          <p14:tracePt t="41819" x="2736850" y="2457450"/>
          <p14:tracePt t="41836" x="2762250" y="2425700"/>
          <p14:tracePt t="41853" x="2762250" y="2419350"/>
          <p14:tracePt t="41960" x="2768600" y="2413000"/>
          <p14:tracePt t="41969" x="2768600" y="2406650"/>
          <p14:tracePt t="41985" x="2774950" y="2406650"/>
          <p14:tracePt t="41993" x="2781300" y="2406650"/>
          <p14:tracePt t="42002" x="2787650" y="2400300"/>
          <p14:tracePt t="42033" x="2800350" y="2400300"/>
          <p14:tracePt t="42041" x="2806700" y="2400300"/>
          <p14:tracePt t="42053" x="2819400" y="2393950"/>
          <p14:tracePt t="42070" x="2832100" y="2387600"/>
          <p14:tracePt t="42086" x="2838450" y="2381250"/>
          <p14:tracePt t="42120" x="2844800" y="2381250"/>
          <p14:tracePt t="42137" x="2876550" y="2374900"/>
          <p14:tracePt t="42153" x="2940050" y="2374900"/>
          <p14:tracePt t="42169" x="3136900" y="2413000"/>
          <p14:tracePt t="42186" x="3314700" y="2463800"/>
          <p14:tracePt t="42203" x="3390900" y="2476500"/>
          <p14:tracePt t="42219" x="3397250" y="2476500"/>
          <p14:tracePt t="42236" x="3403600" y="2476500"/>
          <p14:tracePt t="42253" x="3416300" y="2476500"/>
          <p14:tracePt t="42270" x="3448050" y="2489200"/>
          <p14:tracePt t="42287" x="3530600" y="2508250"/>
          <p14:tracePt t="42304" x="3708400" y="2565400"/>
          <p14:tracePt t="42320" x="3759200" y="2584450"/>
          <p14:tracePt t="42336" x="3784600" y="2590800"/>
          <p14:tracePt t="42353" x="3810000" y="2590800"/>
          <p14:tracePt t="42369" x="3835400" y="2590800"/>
          <p14:tracePt t="42387" x="3892550" y="2590800"/>
          <p14:tracePt t="42403" x="4064000" y="2590800"/>
          <p14:tracePt t="42420" x="4260850" y="2628900"/>
          <p14:tracePt t="42436" x="4400550" y="2654300"/>
          <p14:tracePt t="42453" x="4419600" y="2660650"/>
          <p14:tracePt t="42470" x="4432300" y="2660650"/>
          <p14:tracePt t="42487" x="4457700" y="2641600"/>
          <p14:tracePt t="42504" x="4464050" y="2552700"/>
          <p14:tracePt t="42520" x="4489450" y="2533650"/>
          <p14:tracePt t="42537" x="4533900" y="2533650"/>
          <p14:tracePt t="42553" x="4711700" y="2635250"/>
          <p14:tracePt t="42570" x="5054600" y="2851150"/>
          <p14:tracePt t="42587" x="5340350" y="3009900"/>
          <p14:tracePt t="42604" x="5416550" y="3028950"/>
          <p14:tracePt t="42621" x="5435600" y="2971800"/>
          <p14:tracePt t="42637" x="5435600" y="2921000"/>
          <p14:tracePt t="42653" x="5429250" y="2844800"/>
          <p14:tracePt t="42670" x="5422900" y="2838450"/>
          <p14:tracePt t="42706" x="5416550" y="2838450"/>
          <p14:tracePt t="42802" x="5422900" y="2832100"/>
          <p14:tracePt t="42808" x="5448300" y="2825750"/>
          <p14:tracePt t="42824" x="5467350" y="2813050"/>
          <p14:tracePt t="42837" x="5486400" y="2813050"/>
          <p14:tracePt t="42854" x="5511800" y="2800350"/>
          <p14:tracePt t="42871" x="5530850" y="2794000"/>
          <p14:tracePt t="42888" x="5543550" y="2768600"/>
          <p14:tracePt t="42904" x="5556250" y="2736850"/>
          <p14:tracePt t="42921" x="5568950" y="2698750"/>
          <p14:tracePt t="42937" x="5588000" y="2641600"/>
          <p14:tracePt t="42954" x="5588000" y="2609850"/>
          <p14:tracePt t="42971" x="5588000" y="2559050"/>
          <p14:tracePt t="42987" x="5575300" y="2501900"/>
          <p14:tracePt t="43003" x="5556250" y="2470150"/>
          <p14:tracePt t="43065" x="5549900" y="2463800"/>
          <p14:tracePt t="43074" x="5524500" y="2444750"/>
          <p14:tracePt t="43088" x="5467350" y="2393950"/>
          <p14:tracePt t="43104" x="5422900" y="2368550"/>
          <p14:tracePt t="43121" x="5334000" y="2317750"/>
          <p14:tracePt t="43138" x="5276850" y="2292350"/>
          <p14:tracePt t="43186" x="5270500" y="2292350"/>
          <p14:tracePt t="43202" x="5251450" y="2292350"/>
          <p14:tracePt t="43211" x="5238750" y="2292350"/>
          <p14:tracePt t="43220" x="5213350" y="2292350"/>
          <p14:tracePt t="43237" x="5124450" y="2292350"/>
          <p14:tracePt t="43254" x="5073650" y="2292350"/>
          <p14:tracePt t="43271" x="5022850" y="2324100"/>
          <p14:tracePt t="43288" x="5016500" y="2374900"/>
          <p14:tracePt t="43305" x="5016500" y="2413000"/>
          <p14:tracePt t="43321" x="5029200" y="2463800"/>
          <p14:tracePt t="43338" x="5041900" y="2482850"/>
          <p14:tracePt t="43354" x="5048250" y="2489200"/>
          <p14:tracePt t="43371" x="5054600" y="2489200"/>
          <p14:tracePt t="43388" x="5099050" y="2495550"/>
          <p14:tracePt t="43404" x="5149850" y="2508250"/>
          <p14:tracePt t="43421" x="5251450" y="2546350"/>
          <p14:tracePt t="43437" x="5353050" y="2603500"/>
          <p14:tracePt t="43441" x="5397500" y="2628900"/>
          <p14:tracePt t="43454" x="5410200" y="2635250"/>
          <p14:tracePt t="43471" x="5435600" y="2647950"/>
          <p14:tracePt t="43488" x="5461000" y="2647950"/>
          <p14:tracePt t="43504" x="5518150" y="2622550"/>
          <p14:tracePt t="43521" x="5568950" y="2597150"/>
          <p14:tracePt t="43538" x="5645150" y="2590800"/>
          <p14:tracePt t="43554" x="5746750" y="2590800"/>
          <p14:tracePt t="43571" x="5829300" y="2590800"/>
          <p14:tracePt t="43588" x="5892800" y="2590800"/>
          <p14:tracePt t="43604" x="5918200" y="2590800"/>
          <p14:tracePt t="43621" x="5975350" y="2616200"/>
          <p14:tracePt t="43638" x="6051550" y="2647950"/>
          <p14:tracePt t="43654" x="6191250" y="2705100"/>
          <p14:tracePt t="43671" x="6197600" y="2705100"/>
          <p14:tracePt t="43688" x="6203950" y="2705100"/>
          <p14:tracePt t="43704" x="6216650" y="2705100"/>
          <p14:tracePt t="43721" x="6235700" y="2698750"/>
          <p14:tracePt t="43738" x="6273800" y="2698750"/>
          <p14:tracePt t="43755" x="6343650" y="2698750"/>
          <p14:tracePt t="43771" x="6438900" y="2698750"/>
          <p14:tracePt t="43788" x="6502400" y="2705100"/>
          <p14:tracePt t="43806" x="6508750" y="2705100"/>
          <p14:tracePt t="43838" x="6521450" y="2705100"/>
          <p14:tracePt t="43854" x="6527800" y="2705100"/>
          <p14:tracePt t="43871" x="6559550" y="2705100"/>
          <p14:tracePt t="43888" x="6654800" y="2660650"/>
          <p14:tracePt t="43928" x="6661150" y="2660650"/>
          <p14:tracePt t="43939" x="6680200" y="2660650"/>
          <p14:tracePt t="43955" x="6711950" y="2660650"/>
          <p14:tracePt t="43971" x="6737350" y="2660650"/>
          <p14:tracePt t="43988" x="6762750" y="2647950"/>
          <p14:tracePt t="44005" x="6800850" y="2597150"/>
          <p14:tracePt t="44022" x="6800850" y="2565400"/>
          <p14:tracePt t="44038" x="6800850" y="2559050"/>
          <p14:tracePt t="44055" x="6800850" y="2546350"/>
          <p14:tracePt t="44089" x="6800850" y="2540000"/>
          <p14:tracePt t="44105" x="6800850" y="2508250"/>
          <p14:tracePt t="44121" x="6794500" y="2463800"/>
          <p14:tracePt t="44138" x="6769100" y="2393950"/>
          <p14:tracePt t="44155" x="6743700" y="2343150"/>
          <p14:tracePt t="44172" x="6724650" y="2317750"/>
          <p14:tracePt t="44189" x="6718300" y="2311400"/>
          <p14:tracePt t="44205" x="6711950" y="2305050"/>
          <p14:tracePt t="44222" x="6699250" y="2298700"/>
          <p14:tracePt t="44239" x="6680200" y="2279650"/>
          <p14:tracePt t="44255" x="6661150" y="2266950"/>
          <p14:tracePt t="44272" x="6623050" y="2235200"/>
          <p14:tracePt t="44288" x="6604000" y="2228850"/>
          <p14:tracePt t="44321" x="6597650" y="2228850"/>
          <p14:tracePt t="44338" x="6591300" y="2228850"/>
          <p14:tracePt t="44355" x="6565900" y="2228850"/>
          <p14:tracePt t="44371" x="6553200" y="2241550"/>
          <p14:tracePt t="44388" x="6508750" y="2260600"/>
          <p14:tracePt t="44405" x="6483350" y="2279650"/>
          <p14:tracePt t="44422" x="6445250" y="2311400"/>
          <p14:tracePt t="44439" x="6400800" y="2343150"/>
          <p14:tracePt t="44443" x="6375400" y="2362200"/>
          <p14:tracePt t="44456" x="6324600" y="2393950"/>
          <p14:tracePt t="44472" x="6292850" y="2425700"/>
          <p14:tracePt t="44488" x="6280150" y="2444750"/>
          <p14:tracePt t="44505" x="6273800" y="2463800"/>
          <p14:tracePt t="44522" x="6273800" y="2482850"/>
          <p14:tracePt t="44538" x="6286500" y="2501900"/>
          <p14:tracePt t="44555" x="6305550" y="2520950"/>
          <p14:tracePt t="44572" x="6330950" y="2552700"/>
          <p14:tracePt t="44589" x="6350000" y="2590800"/>
          <p14:tracePt t="44605" x="6375400" y="2609850"/>
          <p14:tracePt t="44623" x="6381750" y="2622550"/>
          <p14:tracePt t="44708" x="6388100" y="2622550"/>
          <p14:tracePt t="46569" x="6394450" y="2622550"/>
          <p14:tracePt t="46628" x="6362700" y="2622550"/>
          <p14:tracePt t="46633" x="6337300" y="2622550"/>
          <p14:tracePt t="46642" x="6286500" y="2622550"/>
          <p14:tracePt t="46657" x="6165850" y="2635250"/>
          <p14:tracePt t="46674" x="6038850" y="2647950"/>
          <p14:tracePt t="46691" x="5911850" y="2660650"/>
          <p14:tracePt t="46707" x="5734050" y="2654300"/>
          <p14:tracePt t="46724" x="5575300" y="2635250"/>
          <p14:tracePt t="46741" x="5461000" y="2616200"/>
          <p14:tracePt t="46758" x="5340350" y="2597150"/>
          <p14:tracePt t="46774" x="5200650" y="2578100"/>
          <p14:tracePt t="46791" x="5022850" y="2552700"/>
          <p14:tracePt t="46808" x="4749800" y="2527300"/>
          <p14:tracePt t="46824" x="4603750" y="2508250"/>
          <p14:tracePt t="46841" x="4514850" y="2508250"/>
          <p14:tracePt t="46857" x="4470400" y="2508250"/>
          <p14:tracePt t="46874" x="4419600" y="2514600"/>
          <p14:tracePt t="46891" x="4368800" y="2520950"/>
          <p14:tracePt t="46908" x="4241800" y="2527300"/>
          <p14:tracePt t="46925" x="4070350" y="2527300"/>
          <p14:tracePt t="46942" x="3917950" y="2527300"/>
          <p14:tracePt t="46947" x="3854450" y="2527300"/>
          <p14:tracePt t="46958" x="3790950" y="2527300"/>
          <p14:tracePt t="46975" x="3714750" y="2527300"/>
          <p14:tracePt t="46991" x="3676650" y="2540000"/>
          <p14:tracePt t="47008" x="3606800" y="2552700"/>
          <p14:tracePt t="47024" x="3530600" y="2565400"/>
          <p14:tracePt t="47041" x="3422650" y="2584450"/>
          <p14:tracePt t="47058" x="3384550" y="2597150"/>
          <p14:tracePt t="47074" x="3384550" y="2609850"/>
          <p14:tracePt t="47091" x="3390900" y="2628900"/>
          <p14:tracePt t="47108" x="3403600" y="2635250"/>
          <p14:tracePt t="47141" x="3403600" y="2647950"/>
          <p14:tracePt t="47158" x="3403600" y="2654300"/>
          <p14:tracePt t="47175" x="3403600" y="2660650"/>
          <p14:tracePt t="47191" x="3403600" y="2667000"/>
          <p14:tracePt t="47208" x="3422650" y="2686050"/>
          <p14:tracePt t="47224" x="3441700" y="2686050"/>
          <p14:tracePt t="47241" x="3454400" y="2692400"/>
          <p14:tracePt t="47258" x="3473450" y="2698750"/>
          <p14:tracePt t="47292" x="3479800" y="2698750"/>
          <p14:tracePt t="47313" x="3486150" y="2698750"/>
          <p14:tracePt t="47325" x="3492500" y="2686050"/>
          <p14:tracePt t="47342" x="3524250" y="2660650"/>
          <p14:tracePt t="47358" x="3549650" y="2641600"/>
          <p14:tracePt t="47375" x="3568700" y="2609850"/>
          <p14:tracePt t="47392" x="3587750" y="2590800"/>
          <p14:tracePt t="47408" x="3594100" y="2584450"/>
          <p14:tracePt t="47425" x="3594100" y="2571750"/>
          <p14:tracePt t="47441" x="3600450" y="2565400"/>
          <p14:tracePt t="47458" x="3613150" y="2540000"/>
          <p14:tracePt t="47475" x="3638550" y="2501900"/>
          <p14:tracePt t="47491" x="3644900" y="2470150"/>
          <p14:tracePt t="47508" x="3651250" y="2444750"/>
          <p14:tracePt t="47525" x="3651250" y="2432050"/>
          <p14:tracePt t="47542" x="3651250" y="2419350"/>
          <p14:tracePt t="47559" x="3651250" y="2406650"/>
          <p14:tracePt t="47576" x="3651250" y="2381250"/>
          <p14:tracePt t="47592" x="3625850" y="2355850"/>
          <p14:tracePt t="47608" x="3600450" y="2324100"/>
          <p14:tracePt t="47625" x="3568700" y="2286000"/>
          <p14:tracePt t="47641" x="3556000" y="2266950"/>
          <p14:tracePt t="47658" x="3536950" y="2247900"/>
          <p14:tracePt t="47675" x="3511550" y="2235200"/>
          <p14:tracePt t="47708" x="3498850" y="2235200"/>
          <p14:tracePt t="47725" x="3492500" y="2235200"/>
          <p14:tracePt t="47754" x="3486150" y="2235200"/>
          <p14:tracePt t="47762" x="3479800" y="2235200"/>
          <p14:tracePt t="47776" x="3460750" y="2241550"/>
          <p14:tracePt t="47792" x="3416300" y="2279650"/>
          <p14:tracePt t="47809" x="3390900" y="2324100"/>
          <p14:tracePt t="47825" x="3378200" y="2374900"/>
          <p14:tracePt t="47842" x="3378200" y="2419350"/>
          <p14:tracePt t="47858" x="3378200" y="2451100"/>
          <p14:tracePt t="47875" x="3397250" y="2482850"/>
          <p14:tracePt t="47892" x="3403600" y="2495550"/>
          <p14:tracePt t="47909" x="3441700" y="2527300"/>
          <p14:tracePt t="47925" x="3486150" y="2565400"/>
          <p14:tracePt t="47942" x="3562350" y="2597150"/>
          <p14:tracePt t="47947" x="3594100" y="2609850"/>
          <p14:tracePt t="47959" x="3632200" y="2616200"/>
          <p14:tracePt t="47975" x="3676650" y="2622550"/>
          <p14:tracePt t="47992" x="3721100" y="2622550"/>
          <p14:tracePt t="48009" x="3746500" y="2609850"/>
          <p14:tracePt t="48025" x="3797300" y="2597150"/>
          <p14:tracePt t="48042" x="3867150" y="2590800"/>
          <p14:tracePt t="48059" x="3911600" y="2590800"/>
          <p14:tracePt t="48075" x="3981450" y="2597150"/>
          <p14:tracePt t="48092" x="4000500" y="2609850"/>
          <p14:tracePt t="48109" x="4006850" y="2616200"/>
          <p14:tracePt t="48125" x="4013200" y="2616200"/>
          <p14:tracePt t="48142" x="4019550" y="2622550"/>
          <p14:tracePt t="48159" x="4044950" y="2635250"/>
          <p14:tracePt t="48176" x="4229100" y="2717800"/>
          <p14:tracePt t="48193" x="4356100" y="2762250"/>
          <p14:tracePt t="48209" x="4394200" y="2768600"/>
          <p14:tracePt t="48225" x="4400550" y="2730500"/>
          <p14:tracePt t="48242" x="4400550" y="2679700"/>
          <p14:tracePt t="48259" x="4400550" y="2609850"/>
          <p14:tracePt t="48314" x="4394200" y="2616200"/>
          <p14:tracePt t="48330" x="4394200" y="2622550"/>
          <p14:tracePt t="48362" x="4394200" y="2628900"/>
          <p14:tracePt t="48370" x="4400550" y="2628900"/>
          <p14:tracePt t="48386" x="4413250" y="2622550"/>
          <p14:tracePt t="48395" x="4432300" y="2616200"/>
          <p14:tracePt t="48409" x="4451350" y="2603500"/>
          <p14:tracePt t="48426" x="4457700" y="2597150"/>
          <p14:tracePt t="48442" x="4470400" y="2590800"/>
          <p14:tracePt t="48459" x="4470400" y="2578100"/>
          <p14:tracePt t="48475" x="4483100" y="2571750"/>
          <p14:tracePt t="48492" x="4489450" y="2559050"/>
          <p14:tracePt t="48509" x="4502150" y="2552700"/>
          <p14:tracePt t="48526" x="4514850" y="2540000"/>
          <p14:tracePt t="48543" x="4527550" y="2540000"/>
          <p14:tracePt t="48560" x="4546600" y="2514600"/>
          <p14:tracePt t="48576" x="4546600" y="2463800"/>
          <p14:tracePt t="48593" x="4546600" y="2413000"/>
          <p14:tracePt t="48609" x="4546600" y="2381250"/>
          <p14:tracePt t="48626" x="4527550" y="2349500"/>
          <p14:tracePt t="48643" x="4514850" y="2336800"/>
          <p14:tracePt t="48659" x="4502150" y="2330450"/>
          <p14:tracePt t="48676" x="4489450" y="2324100"/>
          <p14:tracePt t="48693" x="4470400" y="2317750"/>
          <p14:tracePt t="48709" x="4445000" y="2311400"/>
          <p14:tracePt t="48726" x="4425950" y="2305050"/>
          <p14:tracePt t="48743" x="4394200" y="2298700"/>
          <p14:tracePt t="48759" x="4375150" y="2292350"/>
          <p14:tracePt t="48776" x="4362450" y="2292350"/>
          <p14:tracePt t="48793" x="4343400" y="2292350"/>
          <p14:tracePt t="48810" x="4318000" y="2311400"/>
          <p14:tracePt t="48826" x="4298950" y="2330450"/>
          <p14:tracePt t="48843" x="4292600" y="2355850"/>
          <p14:tracePt t="48860" x="4292600" y="2381250"/>
          <p14:tracePt t="48876" x="4292600" y="2400300"/>
          <p14:tracePt t="48893" x="4305300" y="2413000"/>
          <p14:tracePt t="48909" x="4330700" y="2425700"/>
          <p14:tracePt t="48926" x="4362450" y="2438400"/>
          <p14:tracePt t="48960" x="4368800" y="2438400"/>
          <p14:tracePt t="48977" x="4368800" y="2444750"/>
          <p14:tracePt t="49002" x="4375150" y="2451100"/>
          <p14:tracePt t="49042" x="4375150" y="2457450"/>
          <p14:tracePt t="49074" x="4375150" y="2463800"/>
          <p14:tracePt t="50074" x="4375150" y="2470150"/>
          <p14:tracePt t="50084" x="4381500" y="2470150"/>
          <p14:tracePt t="50094" x="4387850" y="2463800"/>
          <p14:tracePt t="50111" x="4400550" y="2457450"/>
          <p14:tracePt t="50128" x="4432300" y="2444750"/>
          <p14:tracePt t="50144" x="4451350" y="2438400"/>
          <p14:tracePt t="50160" x="4464050" y="2438400"/>
          <p14:tracePt t="50177" x="4514850" y="2438400"/>
          <p14:tracePt t="50194" x="4540250" y="2457450"/>
          <p14:tracePt t="50211" x="4559300" y="2476500"/>
          <p14:tracePt t="50227" x="4629150" y="2520950"/>
          <p14:tracePt t="50244" x="4908550" y="2641600"/>
          <p14:tracePt t="50261" x="5384800" y="2832100"/>
          <p14:tracePt t="50277" x="5892800" y="3016250"/>
          <p14:tracePt t="50294" x="6299200" y="3162300"/>
          <p14:tracePt t="50311" x="6496050" y="3232150"/>
          <p14:tracePt t="50328" x="6508750" y="3238500"/>
          <p14:tracePt t="50368" x="6521450" y="3238500"/>
          <p14:tracePt t="50384" x="6534150" y="3238500"/>
          <p14:tracePt t="50392" x="6546850" y="3238500"/>
          <p14:tracePt t="50401" x="6584950" y="3238500"/>
          <p14:tracePt t="50411" x="6635750" y="3238500"/>
          <p14:tracePt t="50427" x="6743700" y="3238500"/>
          <p14:tracePt t="50444" x="6858000" y="3238500"/>
          <p14:tracePt t="50461" x="6908800" y="3232150"/>
          <p14:tracePt t="50505" x="6915150" y="3232150"/>
          <p14:tracePt t="50514" x="6934200" y="3225800"/>
          <p14:tracePt t="50528" x="6959600" y="3219450"/>
          <p14:tracePt t="50545" x="7035800" y="3219450"/>
          <p14:tracePt t="50562" x="7131050" y="3244850"/>
          <p14:tracePt t="50578" x="7162800" y="3251200"/>
          <p14:tracePt t="55822" x="7162800" y="3257550"/>
          <p14:tracePt t="55894" x="7156450" y="3263900"/>
          <p14:tracePt t="57374" x="7150100" y="3263900"/>
          <p14:tracePt t="57379" x="7131050" y="3263900"/>
          <p14:tracePt t="57385" x="7131050" y="3270250"/>
          <p14:tracePt t="57402" x="7143750" y="3371850"/>
          <p14:tracePt t="57419" x="7150100" y="3441700"/>
          <p14:tracePt t="57435" x="7150100" y="3454400"/>
          <p14:tracePt t="57452" x="7143750" y="3467100"/>
          <p14:tracePt t="57489" x="7131050" y="3486150"/>
          <p14:tracePt t="57501" x="7124700" y="3511550"/>
          <p14:tracePt t="57518" x="7131050" y="3613150"/>
          <p14:tracePt t="57535" x="7150100" y="3841750"/>
          <p14:tracePt t="57552" x="7207250" y="4171950"/>
          <p14:tracePt t="57569" x="7245350" y="4292600"/>
          <p14:tracePt t="57585" x="7302500" y="4375150"/>
          <p14:tracePt t="57603" x="7340600" y="4400550"/>
          <p14:tracePt t="57618" x="7359650" y="4400550"/>
          <p14:tracePt t="57635" x="7372350" y="4406900"/>
          <p14:tracePt t="57652" x="7385050" y="4425950"/>
          <p14:tracePt t="57669" x="7385050" y="4476750"/>
          <p14:tracePt t="57685" x="7391400" y="4533900"/>
          <p14:tracePt t="57702" x="7410450" y="4584700"/>
          <p14:tracePt t="57719" x="7461250" y="4673600"/>
          <p14:tracePt t="57735" x="7575550" y="4813300"/>
          <p14:tracePt t="57752" x="7816850" y="5067300"/>
          <p14:tracePt t="57768" x="7937500" y="5187950"/>
          <p14:tracePt t="57786" x="8007350" y="5264150"/>
          <p14:tracePt t="57802" x="8013700" y="5276850"/>
          <p14:tracePt t="57825" x="8039100" y="5283200"/>
          <p14:tracePt t="57835" x="8064500" y="5302250"/>
          <p14:tracePt t="57852" x="8115300" y="5353050"/>
          <p14:tracePt t="57869" x="8362950" y="5537200"/>
          <p14:tracePt t="57886" x="8737600" y="5854700"/>
          <p14:tracePt t="57902" x="9099550" y="6184900"/>
          <p14:tracePt t="57918" x="9251950" y="6330950"/>
          <p14:tracePt t="57936" x="9258300" y="6330950"/>
          <p14:tracePt t="57953" x="9258300" y="6324600"/>
          <p14:tracePt t="57968" x="9201150" y="6261100"/>
          <p14:tracePt t="57985" x="9112250" y="6146800"/>
          <p14:tracePt t="58002" x="9055100" y="6096000"/>
          <p14:tracePt t="58018" x="9048750" y="6089650"/>
          <p14:tracePt t="58050" x="9042400" y="6089650"/>
          <p14:tracePt t="58055" x="9042400" y="6102350"/>
          <p14:tracePt t="58068" x="9042400" y="6127750"/>
          <p14:tracePt t="58085" x="9042400" y="6191250"/>
          <p14:tracePt t="58102" x="9086850" y="6242050"/>
          <p14:tracePt t="58119" x="9137650" y="6305550"/>
          <p14:tracePt t="58136" x="9251950" y="6381750"/>
          <p14:tracePt t="58152" x="9372600" y="6426200"/>
          <p14:tracePt t="58168" x="9448800" y="6445250"/>
          <p14:tracePt t="58185" x="9493250" y="6451600"/>
          <p14:tracePt t="58202" x="9537700" y="6445250"/>
          <p14:tracePt t="58219" x="9556750" y="6432550"/>
          <p14:tracePt t="58235" x="9569450" y="6419850"/>
          <p14:tracePt t="58252" x="9582150" y="6413500"/>
          <p14:tracePt t="58269" x="9601200" y="6407150"/>
          <p14:tracePt t="58285" x="9632950" y="6394450"/>
          <p14:tracePt t="58302" x="9683750" y="6394450"/>
          <p14:tracePt t="58319" x="9753600" y="6381750"/>
          <p14:tracePt t="58336" x="9842500" y="6356350"/>
          <p14:tracePt t="58352" x="9861550" y="6337300"/>
          <p14:tracePt t="58369" x="9874250" y="6324600"/>
          <p14:tracePt t="58385" x="9893300" y="6299200"/>
          <p14:tracePt t="58402" x="9944100" y="6280150"/>
          <p14:tracePt t="58419" x="9994900" y="6254750"/>
          <p14:tracePt t="58436" x="10020300" y="6216650"/>
          <p14:tracePt t="58452" x="10020300" y="6197600"/>
          <p14:tracePt t="58469" x="10020300" y="6165850"/>
          <p14:tracePt t="58486" x="10020300" y="6146800"/>
          <p14:tracePt t="58502" x="10020300" y="6127750"/>
          <p14:tracePt t="58520" x="10020300" y="6121400"/>
          <p14:tracePt t="58644" x="10020300" y="6115050"/>
          <p14:tracePt t="58653" x="10020300" y="6108700"/>
          <p14:tracePt t="58660" x="10020300" y="6102350"/>
          <p14:tracePt t="58669" x="10020300" y="6089650"/>
          <p14:tracePt t="58686" x="10013950" y="6083300"/>
          <p14:tracePt t="58702" x="10007600" y="6070600"/>
          <p14:tracePt t="58719" x="9994900" y="6045200"/>
          <p14:tracePt t="58736" x="9950450" y="6000750"/>
          <p14:tracePt t="58753" x="9912350" y="5981700"/>
          <p14:tracePt t="58769" x="9855200" y="5956300"/>
          <p14:tracePt t="58786" x="9798050" y="5937250"/>
          <p14:tracePt t="58803" x="9715500" y="5911850"/>
          <p14:tracePt t="58819" x="9632950" y="5886450"/>
          <p14:tracePt t="58836" x="9556750" y="5880100"/>
          <p14:tracePt t="58853" x="9461500" y="5867400"/>
          <p14:tracePt t="58869" x="9353550" y="5861050"/>
          <p14:tracePt t="58886" x="9188450" y="5848350"/>
          <p14:tracePt t="58903" x="9036050" y="5816600"/>
          <p14:tracePt t="58920" x="8820150" y="5778500"/>
          <p14:tracePt t="58936" x="8674100" y="5753100"/>
          <p14:tracePt t="58953" x="8534400" y="5721350"/>
          <p14:tracePt t="58969" x="8401050" y="5702300"/>
          <p14:tracePt t="58986" x="8280400" y="5689600"/>
          <p14:tracePt t="59003" x="8166100" y="5676900"/>
          <p14:tracePt t="59019" x="8013700" y="5664200"/>
          <p14:tracePt t="59036" x="7842250" y="5657850"/>
          <p14:tracePt t="59053" x="7670800" y="5645150"/>
          <p14:tracePt t="59069" x="7518400" y="5638800"/>
          <p14:tracePt t="59086" x="7372350" y="5632450"/>
          <p14:tracePt t="59103" x="7264400" y="5632450"/>
          <p14:tracePt t="59120" x="7131050" y="5632450"/>
          <p14:tracePt t="59136" x="7016750" y="5632450"/>
          <p14:tracePt t="59153" x="6908800" y="5632450"/>
          <p14:tracePt t="59170" x="6781800" y="5632450"/>
          <p14:tracePt t="59186" x="6654800" y="5632450"/>
          <p14:tracePt t="59203" x="6559550" y="5632450"/>
          <p14:tracePt t="59220" x="6496050" y="5632450"/>
          <p14:tracePt t="59236" x="6457950" y="5632450"/>
          <p14:tracePt t="59253" x="6426200" y="5638800"/>
          <p14:tracePt t="59270" x="6375400" y="5651500"/>
          <p14:tracePt t="59286" x="6324600" y="5657850"/>
          <p14:tracePt t="59304" x="6305550" y="5664200"/>
          <p14:tracePt t="59320" x="6273800" y="5670550"/>
          <p14:tracePt t="59336" x="6261100" y="5676900"/>
          <p14:tracePt t="59353" x="6242050" y="5689600"/>
          <p14:tracePt t="59370" x="6197600" y="5727700"/>
          <p14:tracePt t="59387" x="6153150" y="5797550"/>
          <p14:tracePt t="59403" x="6108700" y="5861050"/>
          <p14:tracePt t="59420" x="6089650" y="5905500"/>
          <p14:tracePt t="59436" x="6076950" y="5943600"/>
          <p14:tracePt t="59453" x="6064250" y="5956300"/>
          <p14:tracePt t="59470" x="6064250" y="5969000"/>
          <p14:tracePt t="59487" x="6070600" y="5994400"/>
          <p14:tracePt t="59504" x="6102350" y="6045200"/>
          <p14:tracePt t="59520" x="6121400" y="6070600"/>
          <p14:tracePt t="59537" x="6134100" y="6089650"/>
          <p14:tracePt t="59553" x="6146800" y="6102350"/>
          <p14:tracePt t="59576" x="6153150" y="6108700"/>
          <p14:tracePt t="59592" x="6165850" y="6121400"/>
          <p14:tracePt t="59603" x="6172200" y="6127750"/>
          <p14:tracePt t="59620" x="6197600" y="6146800"/>
          <p14:tracePt t="59637" x="6248400" y="6178550"/>
          <p14:tracePt t="59653" x="6299200" y="6197600"/>
          <p14:tracePt t="59670" x="6337300" y="6216650"/>
          <p14:tracePt t="59686" x="6426200" y="6235700"/>
          <p14:tracePt t="59703" x="6565900" y="6286500"/>
          <p14:tracePt t="59720" x="6680200" y="6318250"/>
          <p14:tracePt t="59737" x="6794500" y="6356350"/>
          <p14:tracePt t="59754" x="6927850" y="6407150"/>
          <p14:tracePt t="59770" x="7112000" y="6451600"/>
          <p14:tracePt t="59787" x="7296150" y="6496050"/>
          <p14:tracePt t="59803" x="7454900" y="6521450"/>
          <p14:tracePt t="59820" x="7600950" y="6553200"/>
          <p14:tracePt t="59837" x="7721600" y="6572250"/>
          <p14:tracePt t="59854" x="7842250" y="6584950"/>
          <p14:tracePt t="59870" x="7975600" y="6597650"/>
          <p14:tracePt t="59887" x="8077200" y="6597650"/>
          <p14:tracePt t="59904" x="8172450" y="6597650"/>
          <p14:tracePt t="59920" x="8191500" y="6597650"/>
          <p14:tracePt t="59937" x="8229600" y="6597650"/>
          <p14:tracePt t="59954" x="8286750" y="6597650"/>
          <p14:tracePt t="59970" x="8324850" y="6597650"/>
          <p14:tracePt t="59987" x="8401050" y="6604000"/>
          <p14:tracePt t="60004" x="8496300" y="6616700"/>
          <p14:tracePt t="60020" x="8610600" y="6629400"/>
          <p14:tracePt t="60037" x="8756650" y="6642100"/>
          <p14:tracePt t="60054" x="8928100" y="6648450"/>
          <p14:tracePt t="60072" x="9112250" y="6667500"/>
          <p14:tracePt t="60074" x="9188450" y="6673850"/>
          <p14:tracePt t="60088" x="9321800" y="6680200"/>
          <p14:tracePt t="60104" x="9423400" y="6680200"/>
          <p14:tracePt t="60120" x="9474200" y="6680200"/>
          <p14:tracePt t="60138" x="9525000" y="6680200"/>
          <p14:tracePt t="60154" x="9556750" y="6680200"/>
          <p14:tracePt t="60171" x="9588500" y="6661150"/>
          <p14:tracePt t="60187" x="9620250" y="6642100"/>
          <p14:tracePt t="60204" x="9652000" y="6623050"/>
          <p14:tracePt t="60221" x="9683750" y="6604000"/>
          <p14:tracePt t="60237" x="9715500" y="6591300"/>
          <p14:tracePt t="60254" x="9753600" y="6559550"/>
          <p14:tracePt t="60271" x="9785350" y="6540500"/>
          <p14:tracePt t="60288" x="9855200" y="6508750"/>
          <p14:tracePt t="60304" x="9880600" y="6489700"/>
          <p14:tracePt t="60321" x="9899650" y="6477000"/>
          <p14:tracePt t="60337" x="9912350" y="6451600"/>
          <p14:tracePt t="60354" x="9925050" y="6426200"/>
          <p14:tracePt t="60371" x="9937750" y="6394450"/>
          <p14:tracePt t="60388" x="9950450" y="6369050"/>
          <p14:tracePt t="60404" x="9969500" y="6343650"/>
          <p14:tracePt t="60421" x="9994900" y="6311900"/>
          <p14:tracePt t="60438" x="10007600" y="6286500"/>
          <p14:tracePt t="60454" x="10007600" y="6267450"/>
          <p14:tracePt t="60471" x="10013950" y="6248400"/>
          <p14:tracePt t="60488" x="10026650" y="6235700"/>
          <p14:tracePt t="60505" x="10045700" y="6210300"/>
          <p14:tracePt t="60521" x="10064750" y="6178550"/>
          <p14:tracePt t="60538" x="10077450" y="6165850"/>
          <p14:tracePt t="60554" x="10077450" y="6146800"/>
          <p14:tracePt t="60571" x="10077450" y="6108700"/>
          <p14:tracePt t="60587" x="10077450" y="6089650"/>
          <p14:tracePt t="60604" x="10077450" y="6064250"/>
          <p14:tracePt t="60621" x="10071100" y="6057900"/>
          <p14:tracePt t="60638" x="10071100" y="6045200"/>
          <p14:tracePt t="60654" x="10058400" y="6026150"/>
          <p14:tracePt t="60671" x="10045700" y="6007100"/>
          <p14:tracePt t="60688" x="9988550" y="5956300"/>
          <p14:tracePt t="60704" x="9918700" y="5905500"/>
          <p14:tracePt t="60721" x="9874250" y="5867400"/>
          <p14:tracePt t="60738" x="9817100" y="5829300"/>
          <p14:tracePt t="60754" x="9747250" y="5791200"/>
          <p14:tracePt t="60771" x="9683750" y="5765800"/>
          <p14:tracePt t="60788" x="9620250" y="5740400"/>
          <p14:tracePt t="60804" x="9550400" y="5721350"/>
          <p14:tracePt t="60821" x="9474200" y="5708650"/>
          <p14:tracePt t="60838" x="9378950" y="5689600"/>
          <p14:tracePt t="60855" x="9283700" y="5683250"/>
          <p14:tracePt t="60872" x="9150350" y="5670550"/>
          <p14:tracePt t="60888" x="9067800" y="5664200"/>
          <p14:tracePt t="60904" x="8959850" y="5651500"/>
          <p14:tracePt t="60921" x="8826500" y="5632450"/>
          <p14:tracePt t="60938" x="8705850" y="5613400"/>
          <p14:tracePt t="60954" x="8610600" y="5600700"/>
          <p14:tracePt t="60971" x="8521700" y="5581650"/>
          <p14:tracePt t="60988" x="8439150" y="5562600"/>
          <p14:tracePt t="61005" x="8350250" y="5549900"/>
          <p14:tracePt t="61021" x="8248650" y="5530850"/>
          <p14:tracePt t="61038" x="8128000" y="5518150"/>
          <p14:tracePt t="61055" x="7981950" y="5505450"/>
          <p14:tracePt t="61071" x="7772400" y="5473700"/>
          <p14:tracePt t="61088" x="7651750" y="5461000"/>
          <p14:tracePt t="61105" x="7531100" y="5454650"/>
          <p14:tracePt t="61121" x="7410450" y="5441950"/>
          <p14:tracePt t="61138" x="7251700" y="5435600"/>
          <p14:tracePt t="61155" x="7073900" y="5435600"/>
          <p14:tracePt t="61171" x="6915150" y="5435600"/>
          <p14:tracePt t="61188" x="6775450" y="5435600"/>
          <p14:tracePt t="61205" x="6661150" y="5435600"/>
          <p14:tracePt t="61222" x="6559550" y="5435600"/>
          <p14:tracePt t="61238" x="6477000" y="5435600"/>
          <p14:tracePt t="61255" x="6400800" y="5435600"/>
          <p14:tracePt t="61272" x="6330950" y="5435600"/>
          <p14:tracePt t="61288" x="6299200" y="5448300"/>
          <p14:tracePt t="61305" x="6229350" y="5473700"/>
          <p14:tracePt t="61322" x="6178550" y="5486400"/>
          <p14:tracePt t="61338" x="6115050" y="5511800"/>
          <p14:tracePt t="61355" x="6038850" y="5537200"/>
          <p14:tracePt t="61372" x="5975350" y="5568950"/>
          <p14:tracePt t="61388" x="5930900" y="5600700"/>
          <p14:tracePt t="61405" x="5905500" y="5619750"/>
          <p14:tracePt t="61422" x="5892800" y="5645150"/>
          <p14:tracePt t="61438" x="5886450" y="5664200"/>
          <p14:tracePt t="61456" x="5873750" y="5695950"/>
          <p14:tracePt t="61472" x="5873750" y="5727700"/>
          <p14:tracePt t="61489" x="5873750" y="5765800"/>
          <p14:tracePt t="61505" x="5873750" y="5803900"/>
          <p14:tracePt t="61522" x="5880100" y="5842000"/>
          <p14:tracePt t="61538" x="5886450" y="5861050"/>
          <p14:tracePt t="61555" x="5892800" y="5886450"/>
          <p14:tracePt t="61572" x="5899150" y="5899150"/>
          <p14:tracePt t="61588" x="5911850" y="5930900"/>
          <p14:tracePt t="61605" x="5949950" y="5975350"/>
          <p14:tracePt t="61622" x="5994400" y="6013450"/>
          <p14:tracePt t="61639" x="6076950" y="6057900"/>
          <p14:tracePt t="61656" x="6184900" y="6115050"/>
          <p14:tracePt t="61672" x="6210300" y="6127750"/>
          <p14:tracePt t="61689" x="6229350" y="6134100"/>
          <p14:tracePt t="61705" x="6248400" y="6140450"/>
          <p14:tracePt t="61722" x="6261100" y="6146800"/>
          <p14:tracePt t="61739" x="6311900" y="6159500"/>
          <p14:tracePt t="61755" x="6413500" y="6184900"/>
          <p14:tracePt t="61772" x="6635750" y="6242050"/>
          <p14:tracePt t="61789" x="6819900" y="6286500"/>
          <p14:tracePt t="61806" x="6940550" y="6311900"/>
          <p14:tracePt t="61822" x="6991350" y="6318250"/>
          <p14:tracePt t="61839" x="6997700" y="6318250"/>
          <p14:tracePt t="61880" x="7004050" y="6318250"/>
          <p14:tracePt t="61889" x="7016750" y="6318250"/>
          <p14:tracePt t="61906" x="7054850" y="6318250"/>
          <p14:tracePt t="61922" x="7112000" y="6311900"/>
          <p14:tracePt t="61939" x="7162800" y="6305550"/>
          <p14:tracePt t="61956" x="7207250" y="6299200"/>
          <p14:tracePt t="61972" x="7296150" y="6292850"/>
          <p14:tracePt t="61989" x="7391400" y="6280150"/>
          <p14:tracePt t="62006" x="7461250" y="6280150"/>
          <p14:tracePt t="62022" x="7524750" y="6280150"/>
          <p14:tracePt t="62040" x="7639050" y="6280150"/>
          <p14:tracePt t="62056" x="7747000" y="6280150"/>
          <p14:tracePt t="62072" x="7842250" y="6280150"/>
          <p14:tracePt t="62089" x="7905750" y="6267450"/>
          <p14:tracePt t="62684" x="7886700" y="6229350"/>
          <p14:tracePt t="62700" x="7874000" y="6216650"/>
          <p14:tracePt t="62709" x="7848600" y="6184900"/>
          <p14:tracePt t="62716" x="7829550" y="6146800"/>
          <p14:tracePt t="62725" x="7810500" y="6108700"/>
          <p14:tracePt t="62740" x="7785100" y="6019800"/>
          <p14:tracePt t="62757" x="7772400" y="5956300"/>
          <p14:tracePt t="62773" x="7759700" y="5905500"/>
          <p14:tracePt t="62790" x="7759700" y="5899150"/>
          <p14:tracePt t="62848" x="7759700" y="5892800"/>
          <p14:tracePt t="62864" x="7759700" y="5886450"/>
          <p14:tracePt t="62876" x="7759700" y="5880100"/>
          <p14:tracePt t="62888" x="7759700" y="5873750"/>
          <p14:tracePt t="62904" x="7759700" y="5867400"/>
          <p14:tracePt t="62930" x="7759700" y="5861050"/>
          <p14:tracePt t="62960" x="7766050" y="5854700"/>
          <p14:tracePt t="63104" x="7772400" y="5854700"/>
          <p14:tracePt t="64073" x="7778750" y="5854700"/>
          <p14:tracePt t="67736" x="7772400" y="5854700"/>
          <p14:tracePt t="67753" x="7645400" y="5911850"/>
          <p14:tracePt t="67757" x="7575550" y="5937250"/>
          <p14:tracePt t="67761" x="7569200" y="5937250"/>
          <p14:tracePt t="67778" x="7556500" y="5937250"/>
          <p14:tracePt t="67795" x="7537450" y="5937250"/>
          <p14:tracePt t="67812" x="7505700" y="5924550"/>
          <p14:tracePt t="67828" x="7461250" y="5905500"/>
          <p14:tracePt t="67845" x="7410450" y="5899150"/>
          <p14:tracePt t="67862" x="7353300" y="5886450"/>
          <p14:tracePt t="67878" x="7315200" y="5867400"/>
          <p14:tracePt t="67895" x="7289800" y="5854700"/>
          <p14:tracePt t="67912" x="7213600" y="5842000"/>
          <p14:tracePt t="67928" x="7156450" y="5867400"/>
          <p14:tracePt t="67945" x="7061200" y="5892800"/>
          <p14:tracePt t="67962" x="6959600" y="5905500"/>
          <p14:tracePt t="67978" x="6870700" y="5911850"/>
          <p14:tracePt t="67995" x="6838950" y="5911850"/>
          <p14:tracePt t="68032" x="6832600" y="5911850"/>
          <p14:tracePt t="68045" x="6819900" y="5918200"/>
          <p14:tracePt t="68062" x="6762750" y="5918200"/>
          <p14:tracePt t="68078" x="6610350" y="5918200"/>
          <p14:tracePt t="68096" x="6350000" y="5918200"/>
          <p14:tracePt t="68112" x="6242050" y="5918200"/>
          <p14:tracePt t="68128" x="6159500" y="5905500"/>
          <p14:tracePt t="68145" x="6108700" y="5905500"/>
          <p14:tracePt t="68162" x="6089650" y="5905500"/>
          <p14:tracePt t="68179" x="6070600" y="5905500"/>
          <p14:tracePt t="68195" x="6013450" y="5930900"/>
          <p14:tracePt t="68212" x="5956300" y="5943600"/>
          <p14:tracePt t="68229" x="5861050" y="5956300"/>
          <p14:tracePt t="68245" x="5715000" y="5969000"/>
          <p14:tracePt t="68262" x="5613400" y="5981700"/>
          <p14:tracePt t="68279" x="5575300" y="5988050"/>
          <p14:tracePt t="68313" x="5568950" y="5994400"/>
          <p14:tracePt t="68330" x="5562600" y="5994400"/>
          <p14:tracePt t="68345" x="5537200" y="6007100"/>
          <p14:tracePt t="68362" x="5480050" y="6007100"/>
          <p14:tracePt t="68379" x="5435600" y="6007100"/>
          <p14:tracePt t="68395" x="5384800" y="6007100"/>
          <p14:tracePt t="68412" x="5327650" y="6007100"/>
          <p14:tracePt t="68429" x="5289550" y="6007100"/>
          <p14:tracePt t="68445" x="5226050" y="6007100"/>
          <p14:tracePt t="68462" x="5130800" y="6007100"/>
          <p14:tracePt t="68479" x="5029200" y="6007100"/>
          <p14:tracePt t="68496" x="4838700" y="6007100"/>
          <p14:tracePt t="68512" x="4699000" y="6007100"/>
          <p14:tracePt t="68529" x="4572000" y="6007100"/>
          <p14:tracePt t="68546" x="4464050" y="6007100"/>
          <p14:tracePt t="68562" x="4387850" y="6007100"/>
          <p14:tracePt t="68579" x="4324350" y="6019800"/>
          <p14:tracePt t="68596" x="4248150" y="6026150"/>
          <p14:tracePt t="68612" x="4133850" y="6026150"/>
          <p14:tracePt t="68629" x="3930650" y="6026150"/>
          <p14:tracePt t="68646" x="3867150" y="6026150"/>
          <p14:tracePt t="68648" x="3810000" y="6026150"/>
          <p14:tracePt t="68663" x="3752850" y="6026150"/>
          <p14:tracePt t="68679" x="3663950" y="6026150"/>
          <p14:tracePt t="68696" x="3587750" y="6026150"/>
          <p14:tracePt t="68712" x="3549650" y="6026150"/>
          <p14:tracePt t="68729" x="3511550" y="6026150"/>
          <p14:tracePt t="68746" x="3454400" y="6032500"/>
          <p14:tracePt t="68763" x="3384550" y="6032500"/>
          <p14:tracePt t="68779" x="3321050" y="6032500"/>
          <p14:tracePt t="68796" x="3270250" y="6032500"/>
          <p14:tracePt t="68812" x="3244850" y="6032500"/>
          <p14:tracePt t="68829" x="3225800" y="6032500"/>
          <p14:tracePt t="68846" x="3200400" y="6038850"/>
          <p14:tracePt t="68863" x="3162300" y="6045200"/>
          <p14:tracePt t="68880" x="3105150" y="6057900"/>
          <p14:tracePt t="68896" x="3092450" y="6070600"/>
          <p14:tracePt t="68913" x="3060700" y="6070600"/>
          <p14:tracePt t="68930" x="3028950" y="6070600"/>
          <p14:tracePt t="68946" x="2997200" y="6076950"/>
          <p14:tracePt t="68963" x="2946400" y="6089650"/>
          <p14:tracePt t="68979" x="2882900" y="6102350"/>
          <p14:tracePt t="68996" x="2844800" y="6102350"/>
          <p14:tracePt t="69013" x="2787650" y="6102350"/>
          <p14:tracePt t="69029" x="2781300" y="6102350"/>
          <p14:tracePt t="69046" x="2762250" y="6102350"/>
          <p14:tracePt t="69082" x="2755900" y="6102350"/>
          <p14:tracePt t="69097" x="2743200" y="6102350"/>
          <p14:tracePt t="69113" x="2724150" y="6108700"/>
          <p14:tracePt t="69130" x="2692400" y="6108700"/>
          <p14:tracePt t="69146" x="2647950" y="6108700"/>
          <p14:tracePt t="69163" x="2603500" y="6108700"/>
          <p14:tracePt t="69180" x="2552700" y="6108700"/>
          <p14:tracePt t="69196" x="2514600" y="6102350"/>
          <p14:tracePt t="69213" x="2489200" y="6096000"/>
          <p14:tracePt t="69230" x="2482850" y="6096000"/>
          <p14:tracePt t="69265" x="2476500" y="6096000"/>
          <p14:tracePt t="69280" x="2432050" y="6076950"/>
          <p14:tracePt t="69296" x="2400300" y="6064250"/>
          <p14:tracePt t="69313" x="2368550" y="6057900"/>
          <p14:tracePt t="69330" x="2311400" y="6089650"/>
          <p14:tracePt t="69346" x="2305050" y="6089650"/>
          <p14:tracePt t="69384" x="2298700" y="6089650"/>
          <p14:tracePt t="69400" x="2292350" y="6089650"/>
          <p14:tracePt t="69416" x="2286000" y="6089650"/>
          <p14:tracePt t="69430" x="2286000" y="6096000"/>
          <p14:tracePt t="69446" x="2279650" y="6096000"/>
          <p14:tracePt t="69464" x="2273300" y="6121400"/>
          <p14:tracePt t="69480" x="2266950" y="6146800"/>
          <p14:tracePt t="69497" x="2266950" y="6178550"/>
          <p14:tracePt t="69513" x="2260600" y="6203950"/>
          <p14:tracePt t="69530" x="2260600" y="6229350"/>
          <p14:tracePt t="69546" x="2260600" y="6235700"/>
          <p14:tracePt t="69563" x="2260600" y="6248400"/>
          <p14:tracePt t="69580" x="2260600" y="6254750"/>
          <p14:tracePt t="69597" x="2260600" y="6267450"/>
          <p14:tracePt t="69613" x="2260600" y="6286500"/>
          <p14:tracePt t="69630" x="2260600" y="6305550"/>
          <p14:tracePt t="69647" x="2260600" y="6311900"/>
          <p14:tracePt t="69663" x="2260600" y="6324600"/>
          <p14:tracePt t="69697" x="2260600" y="6330950"/>
          <p14:tracePt t="69704" x="2266950" y="6337300"/>
          <p14:tracePt t="69720" x="2266950" y="6343650"/>
          <p14:tracePt t="69730" x="2273300" y="6343650"/>
          <p14:tracePt t="69747" x="2305050" y="6356350"/>
          <p14:tracePt t="69763" x="2324100" y="6356350"/>
          <p14:tracePt t="69780" x="2330450" y="6356350"/>
          <p14:tracePt t="69797" x="2343150" y="6356350"/>
          <p14:tracePt t="69813" x="2349500" y="6356350"/>
          <p14:tracePt t="69830" x="2368550" y="6343650"/>
          <p14:tracePt t="69847" x="2374900" y="6337300"/>
          <p14:tracePt t="69864" x="2400300" y="6311900"/>
          <p14:tracePt t="69880" x="2413000" y="6292850"/>
          <p14:tracePt t="69897" x="2413000" y="6280150"/>
          <p14:tracePt t="69914" x="2425700" y="6254750"/>
          <p14:tracePt t="69931" x="2432050" y="6242050"/>
          <p14:tracePt t="69947" x="2451100" y="6223000"/>
          <p14:tracePt t="69964" x="2457450" y="6197600"/>
          <p14:tracePt t="69980" x="2457450" y="6191250"/>
          <p14:tracePt t="69997" x="2457450" y="6172200"/>
          <p14:tracePt t="70014" x="2457450" y="6165850"/>
          <p14:tracePt t="70030" x="2457450" y="6159500"/>
          <p14:tracePt t="70047" x="2457450" y="6140450"/>
          <p14:tracePt t="70064" x="2457450" y="6102350"/>
          <p14:tracePt t="70080" x="2457450" y="6076950"/>
          <p14:tracePt t="70097" x="2451100" y="6057900"/>
          <p14:tracePt t="70114" x="2451100" y="6045200"/>
          <p14:tracePt t="70131" x="2444750" y="6045200"/>
          <p14:tracePt t="70164" x="2438400" y="6038850"/>
          <p14:tracePt t="70180" x="2432050" y="6032500"/>
          <p14:tracePt t="70197" x="2419350" y="6032500"/>
          <p14:tracePt t="70214" x="2362200" y="6013450"/>
          <p14:tracePt t="70231" x="2355850" y="6013450"/>
          <p14:tracePt t="70248" x="2311400" y="6000750"/>
          <p14:tracePt t="70264" x="2298700" y="6000750"/>
          <p14:tracePt t="70281" x="2279650" y="6000750"/>
          <p14:tracePt t="70297" x="2260600" y="6000750"/>
          <p14:tracePt t="70314" x="2247900" y="6000750"/>
          <p14:tracePt t="70331" x="2235200" y="6000750"/>
          <p14:tracePt t="70347" x="2216150" y="6007100"/>
          <p14:tracePt t="70364" x="2190750" y="6026150"/>
          <p14:tracePt t="70381" x="2152650" y="6051550"/>
          <p14:tracePt t="70398" x="2120900" y="6076950"/>
          <p14:tracePt t="70414" x="2095500" y="6096000"/>
          <p14:tracePt t="70431" x="2082800" y="6108700"/>
          <p14:tracePt t="70448" x="2082800" y="6127750"/>
          <p14:tracePt t="70464" x="2082800" y="6159500"/>
          <p14:tracePt t="70481" x="2082800" y="6197600"/>
          <p14:tracePt t="70498" x="2082800" y="6229350"/>
          <p14:tracePt t="70514" x="2082800" y="6254750"/>
          <p14:tracePt t="70531" x="2095500" y="6280150"/>
          <p14:tracePt t="70548" x="2101850" y="6299200"/>
          <p14:tracePt t="70564" x="2108200" y="6305550"/>
          <p14:tracePt t="70581" x="2114550" y="6324600"/>
          <p14:tracePt t="70598" x="2127250" y="6343650"/>
          <p14:tracePt t="70631" x="2139950" y="6362700"/>
          <p14:tracePt t="70648" x="2159000" y="6394450"/>
          <p14:tracePt t="70666" x="2171700" y="6407150"/>
          <p14:tracePt t="70681" x="2171700" y="6413500"/>
          <p14:tracePt t="70698" x="2178050" y="6419850"/>
          <p14:tracePt t="70714" x="2190750" y="6426200"/>
          <p14:tracePt t="70731" x="2216150" y="6432550"/>
          <p14:tracePt t="70748" x="2241550" y="6432550"/>
          <p14:tracePt t="70764" x="2260600" y="6432550"/>
          <p14:tracePt t="70781" x="2273300" y="6432550"/>
          <p14:tracePt t="70798" x="2279650" y="6432550"/>
          <p14:tracePt t="70814" x="2298700" y="6432550"/>
          <p14:tracePt t="70832" x="2324100" y="6400800"/>
          <p14:tracePt t="70848" x="2324100" y="6388100"/>
          <p14:tracePt t="70864" x="2336800" y="6369050"/>
          <p14:tracePt t="70881" x="2336800" y="6350000"/>
          <p14:tracePt t="70898" x="2343150" y="6337300"/>
          <p14:tracePt t="70914" x="2349500" y="6324600"/>
          <p14:tracePt t="70933" x="2349500" y="6305550"/>
          <p14:tracePt t="70948" x="2362200" y="6280150"/>
          <p14:tracePt t="70965" x="2362200" y="6261100"/>
          <p14:tracePt t="70981" x="2374900" y="6242050"/>
          <p14:tracePt t="71015" x="2374900" y="6216650"/>
          <p14:tracePt t="71033" x="2381250" y="6203950"/>
          <p14:tracePt t="71048" x="2387600" y="6184900"/>
          <p14:tracePt t="71065" x="2387600" y="6165850"/>
          <p14:tracePt t="71081" x="2393950" y="6134100"/>
          <p14:tracePt t="71098" x="2393950" y="6108700"/>
          <p14:tracePt t="71115" x="2393950" y="6083300"/>
          <p14:tracePt t="71132" x="2393950" y="6057900"/>
          <p14:tracePt t="71148" x="2393950" y="6051550"/>
          <p14:tracePt t="71165" x="2381250" y="6038850"/>
          <p14:tracePt t="71181" x="2368550" y="6032500"/>
          <p14:tracePt t="71198" x="2362200" y="6026150"/>
          <p14:tracePt t="71216" x="2336800" y="6019800"/>
          <p14:tracePt t="71232" x="2324100" y="6019800"/>
          <p14:tracePt t="71248" x="2298700" y="6019800"/>
          <p14:tracePt t="71265" x="2286000" y="6019800"/>
          <p14:tracePt t="71282" x="2279650" y="6019800"/>
          <p14:tracePt t="71298" x="2254250" y="6019800"/>
          <p14:tracePt t="71315" x="2247900" y="6026150"/>
          <p14:tracePt t="71331" x="2222500" y="6045200"/>
          <p14:tracePt t="71348" x="2203450" y="6070600"/>
          <p14:tracePt t="71365" x="2190750" y="6115050"/>
          <p14:tracePt t="71382" x="2190750" y="6127750"/>
          <p14:tracePt t="71398" x="2190750" y="6146800"/>
          <p14:tracePt t="71415" x="2190750" y="6165850"/>
          <p14:tracePt t="71432" x="2197100" y="6203950"/>
          <p14:tracePt t="71448" x="2241550" y="6210300"/>
          <p14:tracePt t="71465" x="2273300" y="6216650"/>
          <p14:tracePt t="71482" x="2305050" y="6216650"/>
          <p14:tracePt t="71498" x="2349500" y="6203950"/>
          <p14:tracePt t="71515" x="2381250" y="6172200"/>
          <p14:tracePt t="71532" x="2400300" y="6146800"/>
          <p14:tracePt t="71548" x="2400300" y="6134100"/>
          <p14:tracePt t="71565" x="2406650" y="6121400"/>
          <p14:tracePt t="71582" x="2413000" y="6115050"/>
          <p14:tracePt t="71598" x="2419350" y="6102350"/>
          <p14:tracePt t="71616" x="2432050" y="6083300"/>
          <p14:tracePt t="71632" x="2438400" y="6070600"/>
          <p14:tracePt t="71648" x="2438400" y="6064250"/>
          <p14:tracePt t="71690" x="2444750" y="6057900"/>
          <p14:tracePt t="71696" x="2451100" y="6051550"/>
          <p14:tracePt t="71712" x="2457450" y="6045200"/>
          <p14:tracePt t="71720" x="2457450" y="6038850"/>
          <p14:tracePt t="71736" x="2463800" y="6032500"/>
          <p14:tracePt t="71881" x="2463800" y="6026150"/>
          <p14:tracePt t="71888" x="2463800" y="6032500"/>
          <p14:tracePt t="71899" x="2463800" y="6038850"/>
          <p14:tracePt t="71916" x="2451100" y="6064250"/>
          <p14:tracePt t="71932" x="2444750" y="6083300"/>
          <p14:tracePt t="71949" x="2438400" y="6089650"/>
          <p14:tracePt t="71966" x="2425700" y="6108700"/>
          <p14:tracePt t="71982" x="2406650" y="6134100"/>
          <p14:tracePt t="72000" x="2393950" y="6165850"/>
          <p14:tracePt t="72016" x="2387600" y="6223000"/>
          <p14:tracePt t="72032" x="2381250" y="6267450"/>
          <p14:tracePt t="72049" x="2381250" y="6311900"/>
          <p14:tracePt t="72066" x="2381250" y="6350000"/>
          <p14:tracePt t="72082" x="2381250" y="6400800"/>
          <p14:tracePt t="72099" x="2400300" y="6451600"/>
          <p14:tracePt t="72116" x="2419350" y="6489700"/>
          <p14:tracePt t="72132" x="2432050" y="6534150"/>
          <p14:tracePt t="72149" x="2438400" y="6572250"/>
          <p14:tracePt t="72166" x="2438400" y="6584950"/>
          <p14:tracePt t="72170" x="2444750" y="6591300"/>
          <p14:tracePt t="72240" x="2444750" y="6584950"/>
          <p14:tracePt t="72296" x="2451100" y="6578600"/>
          <p14:tracePt t="72312" x="2457450" y="6565900"/>
          <p14:tracePt t="72320" x="2457450" y="6553200"/>
          <p14:tracePt t="72333" x="2463800" y="6546850"/>
          <p14:tracePt t="72349" x="2476500" y="6496050"/>
          <p14:tracePt t="72366" x="2476500" y="6451600"/>
          <p14:tracePt t="72384" x="2476500" y="6445250"/>
          <p14:tracePt t="72400" x="2508250" y="6438900"/>
          <p14:tracePt t="72416" x="2578100" y="6451600"/>
          <p14:tracePt t="72433" x="2857500" y="6572250"/>
          <p14:tracePt t="72449" x="3308350" y="6731000"/>
          <p14:tracePt t="72466" x="3835400" y="6851650"/>
          <p14:tracePt t="72483" x="4241800" y="6851650"/>
          <p14:tracePt t="72500" x="4476750" y="6800850"/>
          <p14:tracePt t="72516" x="4692650" y="6667500"/>
          <p14:tracePt t="72533" x="4705350" y="6654800"/>
          <p14:tracePt t="72549" x="4711700" y="6642100"/>
          <p14:tracePt t="72566" x="4756150" y="6642100"/>
          <p14:tracePt t="72583" x="4806950" y="6648450"/>
          <p14:tracePt t="72599" x="5003800" y="6686550"/>
          <p14:tracePt t="72616" x="5130800" y="6692900"/>
          <p14:tracePt t="72633" x="5219700" y="6692900"/>
          <p14:tracePt t="72650" x="5226050" y="6692900"/>
          <p14:tracePt t="72666" x="5251450" y="6680200"/>
          <p14:tracePt t="72683" x="5302250" y="6661150"/>
          <p14:tracePt t="72699" x="5359400" y="6648450"/>
          <p14:tracePt t="72716" x="5429250" y="6635750"/>
          <p14:tracePt t="72733" x="5486400" y="6610350"/>
          <p14:tracePt t="72750" x="5537200" y="6572250"/>
          <p14:tracePt t="72766" x="5575300" y="6534150"/>
          <p14:tracePt t="72783" x="5613400" y="6483350"/>
          <p14:tracePt t="72800" x="5664200" y="6400800"/>
          <p14:tracePt t="72816" x="5695950" y="6369050"/>
          <p14:tracePt t="72833" x="5708650" y="6350000"/>
          <p14:tracePt t="72850" x="5708650" y="6337300"/>
          <p14:tracePt t="72867" x="5708650" y="6330950"/>
          <p14:tracePt t="72883" x="5708650" y="6311900"/>
          <p14:tracePt t="72900" x="5721350" y="6286500"/>
          <p14:tracePt t="72917" x="5721350" y="6280150"/>
          <p14:tracePt t="72933" x="5721350" y="6261100"/>
          <p14:tracePt t="72950" x="5721350" y="6248400"/>
          <p14:tracePt t="72966" x="5721350" y="6235700"/>
          <p14:tracePt t="72984" x="5721350" y="6229350"/>
          <p14:tracePt t="73000" x="5695950" y="6216650"/>
          <p14:tracePt t="73016" x="5664200" y="6210300"/>
          <p14:tracePt t="73033" x="5638800" y="6203950"/>
          <p14:tracePt t="73050" x="5600700" y="6178550"/>
          <p14:tracePt t="73067" x="5575300" y="6178550"/>
          <p14:tracePt t="73083" x="5562600" y="6172200"/>
          <p14:tracePt t="73100" x="5556250" y="6172200"/>
          <p14:tracePt t="73117" x="5543550" y="6172200"/>
          <p14:tracePt t="73133" x="5511800" y="6159500"/>
          <p14:tracePt t="73150" x="5467350" y="6146800"/>
          <p14:tracePt t="73167" x="5410200" y="6127750"/>
          <p14:tracePt t="73184" x="5346700" y="6102350"/>
          <p14:tracePt t="73200" x="5270500" y="6057900"/>
          <p14:tracePt t="73217" x="5175250" y="5988050"/>
          <p14:tracePt t="73233" x="5067300" y="5930900"/>
          <p14:tracePt t="73250" x="5022850" y="5911850"/>
          <p14:tracePt t="73344" x="5029200" y="5911850"/>
          <p14:tracePt t="73353" x="5035550" y="5911850"/>
          <p14:tracePt t="73360" x="5054600" y="5911850"/>
          <p14:tracePt t="73369" x="5067300" y="5918200"/>
          <p14:tracePt t="73384" x="5092700" y="5930900"/>
          <p14:tracePt t="73400" x="5111750" y="5937250"/>
          <p14:tracePt t="73417" x="5118100" y="5943600"/>
          <p14:tracePt t="73434" x="5124450" y="5949950"/>
          <p14:tracePt t="73451" x="5137150" y="5962650"/>
          <p14:tracePt t="73467" x="5143500" y="5962650"/>
          <p14:tracePt t="73484" x="5143500" y="5988050"/>
          <p14:tracePt t="73500" x="5143500" y="6032500"/>
          <p14:tracePt t="73517" x="5143500" y="6076950"/>
          <p14:tracePt t="73534" x="5137150" y="6140450"/>
          <p14:tracePt t="73551" x="5118100" y="6203950"/>
          <p14:tracePt t="73568" x="5099050" y="6261100"/>
          <p14:tracePt t="73584" x="5092700" y="6286500"/>
          <p14:tracePt t="73601" x="5092700" y="6311900"/>
          <p14:tracePt t="73617" x="5092700" y="6330950"/>
          <p14:tracePt t="73634" x="5092700" y="6356350"/>
          <p14:tracePt t="73651" x="5092700" y="6388100"/>
          <p14:tracePt t="73667" x="5092700" y="6407150"/>
          <p14:tracePt t="73684" x="5092700" y="6432550"/>
          <p14:tracePt t="73701" x="5092700" y="6445250"/>
          <p14:tracePt t="73717" x="5092700" y="6464300"/>
          <p14:tracePt t="73734" x="5092700" y="6483350"/>
          <p14:tracePt t="73751" x="5092700" y="6515100"/>
          <p14:tracePt t="73768" x="5080000" y="6578600"/>
          <p14:tracePt t="73784" x="5054600" y="6610350"/>
          <p14:tracePt t="73801" x="5041900" y="6629400"/>
          <p14:tracePt t="73818" x="5041900" y="6635750"/>
          <p14:tracePt t="74076" x="5035550" y="6635750"/>
          <p14:tracePt t="74088" x="5029200" y="6642100"/>
          <p14:tracePt t="74092" x="5029200" y="6654800"/>
          <p14:tracePt t="74101" x="5016500" y="6673850"/>
          <p14:tracePt t="74118" x="4991100" y="6711950"/>
          <p14:tracePt t="74135" x="4921250" y="6775450"/>
          <p14:tracePt t="74151" x="4724400" y="6851650"/>
          <p14:tracePt t="74168" x="4464050" y="6851650"/>
          <p14:tracePt t="74184" x="4152900" y="6851650"/>
          <p14:tracePt t="74201" x="3917950" y="6851650"/>
          <p14:tracePt t="74218" x="3860800" y="6851650"/>
          <p14:tracePt t="74251" x="3854450" y="6832600"/>
          <p14:tracePt t="74268" x="3854450" y="6800850"/>
          <p14:tracePt t="74285" x="3860800" y="6781800"/>
          <p14:tracePt t="74301" x="3860800" y="6762750"/>
          <p14:tracePt t="74318" x="3829050" y="6737350"/>
          <p14:tracePt t="74335" x="3733800" y="6711950"/>
          <p14:tracePt t="74352" x="3517900" y="6692900"/>
          <p14:tracePt t="74368" x="3371850" y="6673850"/>
          <p14:tracePt t="74385" x="3219450" y="6642100"/>
          <p14:tracePt t="74401" x="3162300" y="6635750"/>
          <p14:tracePt t="74496" x="3155950" y="6635750"/>
          <p14:tracePt t="74544" x="3149600" y="6629400"/>
          <p14:tracePt t="74553" x="3143250" y="6629400"/>
          <p14:tracePt t="74569" x="3136900" y="6616700"/>
          <p14:tracePt t="74576" x="3130550" y="6616700"/>
          <p14:tracePt t="74585" x="3124200" y="6616700"/>
          <p14:tracePt t="74602" x="3117850" y="6610350"/>
          <p14:tracePt t="74635" x="3117850" y="6591300"/>
          <p14:tracePt t="74652" x="3124200" y="6584950"/>
          <p14:tracePt t="74668" x="3136900" y="6584950"/>
          <p14:tracePt t="74685" x="3155950" y="6578600"/>
          <p14:tracePt t="74702" x="3162300" y="6572250"/>
          <p14:tracePt t="74705" x="3175000" y="6565900"/>
          <p14:tracePt t="74718" x="3187700" y="6559550"/>
          <p14:tracePt t="74736" x="3213100" y="6521450"/>
          <p14:tracePt t="74752" x="3219450" y="6502400"/>
          <p14:tracePt t="74768" x="3225800" y="6496050"/>
          <p14:tracePt t="74808" x="3232150" y="6489700"/>
          <p14:tracePt t="74818" x="3232150" y="6483350"/>
          <p14:tracePt t="74835" x="3238500" y="6464300"/>
          <p14:tracePt t="74852" x="3244850" y="6451600"/>
          <p14:tracePt t="74868" x="3251200" y="6445250"/>
          <p14:tracePt t="74885" x="3257550" y="6432550"/>
          <p14:tracePt t="74902" x="3257550" y="6426200"/>
          <p14:tracePt t="74919" x="3263900" y="6413500"/>
          <p14:tracePt t="74936" x="3276600" y="6394450"/>
          <p14:tracePt t="74952" x="3282950" y="6381750"/>
          <p14:tracePt t="74969" x="3295650" y="6369050"/>
          <p14:tracePt t="74985" x="3295650" y="6356350"/>
          <p14:tracePt t="75033" x="3295650" y="6350000"/>
          <p14:tracePt t="75056" x="3295650" y="6337300"/>
          <p14:tracePt t="75064" x="3302000" y="6330950"/>
          <p14:tracePt t="75072" x="3302000" y="6318250"/>
          <p14:tracePt t="75085" x="3302000" y="6311900"/>
          <p14:tracePt t="75102" x="3302000" y="6299200"/>
          <p14:tracePt t="75156" x="3302000" y="6292850"/>
          <p14:tracePt t="75170" x="3308350" y="6286500"/>
          <p14:tracePt t="75176" x="3308350" y="6280150"/>
          <p14:tracePt t="75192" x="3308350" y="6267450"/>
          <p14:tracePt t="75202" x="3308350" y="6254750"/>
          <p14:tracePt t="75219" x="3308350" y="6235700"/>
          <p14:tracePt t="75235" x="3308350" y="6203950"/>
          <p14:tracePt t="75252" x="3308350" y="6184900"/>
          <p14:tracePt t="75269" x="3308350" y="6140450"/>
          <p14:tracePt t="75285" x="3308350" y="6121400"/>
          <p14:tracePt t="75302" x="3302000" y="6102350"/>
          <p14:tracePt t="75319" x="3282950" y="6070600"/>
          <p14:tracePt t="75335" x="3276600" y="6032500"/>
          <p14:tracePt t="75352" x="3270250" y="6007100"/>
          <p14:tracePt t="75369" x="3270250" y="5994400"/>
          <p14:tracePt t="75386" x="3263900" y="5969000"/>
          <p14:tracePt t="75419" x="3257550" y="5962650"/>
          <p14:tracePt t="75520" x="3251200" y="5956300"/>
          <p14:tracePt t="75540" x="3244850" y="5956300"/>
          <p14:tracePt t="75548" x="3232150" y="5956300"/>
          <p14:tracePt t="75605" x="3225800" y="5956300"/>
          <p14:tracePt t="75656" x="3219450" y="5956300"/>
          <p14:tracePt t="75672" x="3213100" y="5956300"/>
          <p14:tracePt t="75689" x="3200400" y="5956300"/>
          <p14:tracePt t="75720" x="3194050" y="5962650"/>
          <p14:tracePt t="75744" x="3187700" y="5969000"/>
          <p14:tracePt t="75760" x="3181350" y="5975350"/>
          <p14:tracePt t="75768" x="3175000" y="5975350"/>
          <p14:tracePt t="75776" x="3175000" y="5981700"/>
          <p14:tracePt t="75786" x="3168650" y="5988050"/>
          <p14:tracePt t="75803" x="3162300" y="6007100"/>
          <p14:tracePt t="75820" x="3149600" y="6026150"/>
          <p14:tracePt t="75836" x="3149600" y="6032500"/>
          <p14:tracePt t="75853" x="3136900" y="6045200"/>
          <p14:tracePt t="75870" x="3136900" y="6057900"/>
          <p14:tracePt t="75886" x="3130550" y="6070600"/>
          <p14:tracePt t="75903" x="3117850" y="6096000"/>
          <p14:tracePt t="75920" x="3098800" y="6134100"/>
          <p14:tracePt t="75936" x="3092450" y="6153150"/>
          <p14:tracePt t="75953" x="3092450" y="6165850"/>
          <p14:tracePt t="75970" x="3086100" y="6184900"/>
          <p14:tracePt t="75986" x="3079750" y="6197600"/>
          <p14:tracePt t="76003" x="3079750" y="6203950"/>
          <p14:tracePt t="76020" x="3079750" y="6216650"/>
          <p14:tracePt t="76036" x="3079750" y="6223000"/>
          <p14:tracePt t="76053" x="3079750" y="6229350"/>
          <p14:tracePt t="76070" x="3079750" y="6242050"/>
          <p14:tracePt t="76086" x="3079750" y="6261100"/>
          <p14:tracePt t="76104" x="3079750" y="6286500"/>
          <p14:tracePt t="76120" x="3079750" y="6311900"/>
          <p14:tracePt t="76136" x="3079750" y="6324600"/>
          <p14:tracePt t="76153" x="3086100" y="6330950"/>
          <p14:tracePt t="76170" x="3086100" y="6337300"/>
          <p14:tracePt t="76187" x="3086100" y="6350000"/>
          <p14:tracePt t="76203" x="3092450" y="6362700"/>
          <p14:tracePt t="76220" x="3111500" y="6381750"/>
          <p14:tracePt t="76237" x="3111500" y="6388100"/>
          <p14:tracePt t="76253" x="3117850" y="6388100"/>
          <p14:tracePt t="76270" x="3124200" y="6394450"/>
          <p14:tracePt t="76290" x="3130550" y="6400800"/>
          <p14:tracePt t="76303" x="3136900" y="6407150"/>
          <p14:tracePt t="76321" x="3136900" y="6413500"/>
          <p14:tracePt t="76337" x="3143250" y="6413500"/>
          <p14:tracePt t="76354" x="3149600" y="6413500"/>
          <p14:tracePt t="76408" x="3155950" y="6413500"/>
          <p14:tracePt t="76440" x="3162300" y="6413500"/>
          <p14:tracePt t="76456" x="3175000" y="6407150"/>
          <p14:tracePt t="76474" x="3181350" y="6400800"/>
          <p14:tracePt t="76480" x="3194050" y="6394450"/>
          <p14:tracePt t="76496" x="3200400" y="6388100"/>
          <p14:tracePt t="76505" x="3200400" y="6381750"/>
          <p14:tracePt t="76520" x="3206750" y="6375400"/>
          <p14:tracePt t="76537" x="3213100" y="6369050"/>
          <p14:tracePt t="76560" x="3219450" y="6362700"/>
          <p14:tracePt t="76576" x="3225800" y="6350000"/>
          <p14:tracePt t="76592" x="3232150" y="6350000"/>
          <p14:tracePt t="76603" x="3238500" y="6337300"/>
          <p14:tracePt t="76620" x="3238500" y="6330950"/>
          <p14:tracePt t="76637" x="3238500" y="6324600"/>
          <p14:tracePt t="76654" x="3244850" y="6318250"/>
          <p14:tracePt t="76670" x="3244850" y="6305550"/>
          <p14:tracePt t="76687" x="3251200" y="6292850"/>
          <p14:tracePt t="76704" x="3257550" y="6267450"/>
          <p14:tracePt t="76720" x="3263900" y="6254750"/>
          <p14:tracePt t="76737" x="3263900" y="6248400"/>
          <p14:tracePt t="76754" x="3263900" y="6235700"/>
          <p14:tracePt t="76771" x="3263900" y="6216650"/>
          <p14:tracePt t="76787" x="3263900" y="6197600"/>
          <p14:tracePt t="76804" x="3263900" y="6172200"/>
          <p14:tracePt t="76821" x="3263900" y="6159500"/>
          <p14:tracePt t="76837" x="3263900" y="6134100"/>
          <p14:tracePt t="76854" x="3263900" y="6127750"/>
          <p14:tracePt t="76870" x="3263900" y="6121400"/>
          <p14:tracePt t="76912" x="3263900" y="6115050"/>
          <p14:tracePt t="76920" x="3263900" y="6108700"/>
          <p14:tracePt t="76944" x="3257550" y="6096000"/>
          <p14:tracePt t="76952" x="3257550" y="6089650"/>
          <p14:tracePt t="76960" x="3257550" y="6083300"/>
          <p14:tracePt t="76971" x="3257550" y="6070600"/>
          <p14:tracePt t="76987" x="3251200" y="6057900"/>
          <p14:tracePt t="77004" x="3244850" y="6051550"/>
          <p14:tracePt t="77021" x="3232150" y="6032500"/>
          <p14:tracePt t="77064" x="3225800" y="6026150"/>
          <p14:tracePt t="77080" x="3219450" y="6026150"/>
          <p14:tracePt t="77097" x="3213100" y="6026150"/>
          <p14:tracePt t="77112" x="3200400" y="6026150"/>
          <p14:tracePt t="77136" x="3194050" y="6026150"/>
          <p14:tracePt t="77152" x="3181350" y="6026150"/>
          <p14:tracePt t="77170" x="3175000" y="6026150"/>
          <p14:tracePt t="77176" x="3168650" y="6026150"/>
          <p14:tracePt t="77188" x="3162300" y="6026150"/>
          <p14:tracePt t="77204" x="3155950" y="6026150"/>
          <p14:tracePt t="77221" x="3143250" y="6026150"/>
          <p14:tracePt t="77238" x="3136900" y="6026150"/>
          <p14:tracePt t="77242" x="3130550" y="6032500"/>
          <p14:tracePt t="77254" x="3124200" y="6038850"/>
          <p14:tracePt t="77271" x="3105150" y="6064250"/>
          <p14:tracePt t="77288" x="3086100" y="6096000"/>
          <p14:tracePt t="77304" x="3079750" y="6127750"/>
          <p14:tracePt t="77321" x="3073400" y="6153150"/>
          <p14:tracePt t="77338" x="3073400" y="6172200"/>
          <p14:tracePt t="77354" x="3067050" y="6203950"/>
          <p14:tracePt t="77371" x="3067050" y="6223000"/>
          <p14:tracePt t="77388" x="3060700" y="6261100"/>
          <p14:tracePt t="77404" x="3060700" y="6311900"/>
          <p14:tracePt t="77421" x="3060700" y="6324600"/>
          <p14:tracePt t="77438" x="3060700" y="6343650"/>
          <p14:tracePt t="77454" x="3060700" y="6362700"/>
          <p14:tracePt t="77472" x="3060700" y="6388100"/>
          <p14:tracePt t="77488" x="3067050" y="6419850"/>
          <p14:tracePt t="77504" x="3073400" y="6426200"/>
          <p14:tracePt t="77521" x="3079750" y="6438900"/>
          <p14:tracePt t="77538" x="3092450" y="6451600"/>
          <p14:tracePt t="77571" x="3092450" y="6457950"/>
          <p14:tracePt t="77592" x="3098800" y="6457950"/>
          <p14:tracePt t="77608" x="3105150" y="6464300"/>
          <p14:tracePt t="77621" x="3117850" y="6464300"/>
          <p14:tracePt t="77638" x="3130550" y="6464300"/>
          <p14:tracePt t="77654" x="3162300" y="6464300"/>
          <p14:tracePt t="77671" x="3187700" y="6451600"/>
          <p14:tracePt t="77688" x="3206750" y="6432550"/>
          <p14:tracePt t="77705" x="3213100" y="6413500"/>
          <p14:tracePt t="77721" x="3219450" y="6400800"/>
          <p14:tracePt t="77738" x="3225800" y="6394450"/>
          <p14:tracePt t="77755" x="3238500" y="6388100"/>
          <p14:tracePt t="77772" x="3244850" y="6362700"/>
          <p14:tracePt t="77788" x="3251200" y="6350000"/>
          <p14:tracePt t="77805" x="3251200" y="6330950"/>
          <p14:tracePt t="77821" x="3257550" y="6311900"/>
          <p14:tracePt t="77838" x="3257550" y="6286500"/>
          <p14:tracePt t="77855" x="3257550" y="6248400"/>
          <p14:tracePt t="77872" x="3257550" y="6184900"/>
          <p14:tracePt t="77888" x="3257550" y="6153150"/>
          <p14:tracePt t="77905" x="3257550" y="6134100"/>
          <p14:tracePt t="77922" x="3257550" y="6115050"/>
          <p14:tracePt t="77938" x="3257550" y="6108700"/>
          <p14:tracePt t="77955" x="3257550" y="6096000"/>
          <p14:tracePt t="77972" x="3257550" y="6089650"/>
          <p14:tracePt t="77988" x="3257550" y="6083300"/>
          <p14:tracePt t="78005" x="3257550" y="6064250"/>
          <p14:tracePt t="78038" x="3257550" y="6057900"/>
          <p14:tracePt t="78055" x="3251200" y="6045200"/>
          <p14:tracePt t="78072" x="3244850" y="6045200"/>
          <p14:tracePt t="78088" x="3244850" y="6038850"/>
          <p14:tracePt t="78105" x="3238500" y="6038850"/>
          <p14:tracePt t="78137" x="3225800" y="6038850"/>
          <p14:tracePt t="78152" x="3219450" y="6038850"/>
          <p14:tracePt t="78168" x="3206750" y="6045200"/>
          <p14:tracePt t="78185" x="3200400" y="6057900"/>
          <p14:tracePt t="78192" x="3200400" y="6064250"/>
          <p14:tracePt t="78205" x="3194050" y="6070600"/>
          <p14:tracePt t="78222" x="3187700" y="6096000"/>
          <p14:tracePt t="78238" x="3187700" y="6127750"/>
          <p14:tracePt t="78256" x="3187700" y="6184900"/>
          <p14:tracePt t="78272" x="3187700" y="6223000"/>
          <p14:tracePt t="78289" x="3200400" y="6267450"/>
          <p14:tracePt t="78305" x="3206750" y="6299200"/>
          <p14:tracePt t="78322" x="3213100" y="6343650"/>
          <p14:tracePt t="78338" x="3225800" y="6369050"/>
          <p14:tracePt t="78355" x="3225800" y="6388100"/>
          <p14:tracePt t="78372" x="3232150" y="6394450"/>
          <p14:tracePt t="78389" x="3238500" y="6394450"/>
          <p14:tracePt t="78405" x="3244850" y="6407150"/>
          <p14:tracePt t="78422" x="3244850" y="6413500"/>
          <p14:tracePt t="78439" x="3244850" y="6432550"/>
          <p14:tracePt t="78456" x="3244850" y="6445250"/>
          <p14:tracePt t="78472" x="3244850" y="6457950"/>
          <p14:tracePt t="78489" x="3238500" y="6470650"/>
          <p14:tracePt t="78616" x="3232150" y="6477000"/>
          <p14:tracePt t="79036" x="3219450" y="6477000"/>
          <p14:tracePt t="79048" x="3200400" y="6477000"/>
          <p14:tracePt t="79057" x="3181350" y="6477000"/>
          <p14:tracePt t="79073" x="3136900" y="6483350"/>
          <p14:tracePt t="79089" x="3092450" y="6483350"/>
          <p14:tracePt t="79106" x="3054350" y="6489700"/>
          <p14:tracePt t="79123" x="3048000" y="6489700"/>
          <p14:tracePt t="79140" x="3041650" y="6489700"/>
          <p14:tracePt t="79156" x="3022600" y="6489700"/>
          <p14:tracePt t="79173" x="3003550" y="6496050"/>
          <p14:tracePt t="79206" x="2984500" y="6496050"/>
          <p14:tracePt t="79223" x="2978150" y="6496050"/>
          <p14:tracePt t="79239" x="2940050" y="6502400"/>
          <p14:tracePt t="79256" x="2901950" y="6502400"/>
          <p14:tracePt t="79260" x="2895600" y="6502400"/>
          <p14:tracePt t="79273" x="2857500" y="6502400"/>
          <p14:tracePt t="79290" x="2781300" y="6496050"/>
          <p14:tracePt t="79306" x="2692400" y="6477000"/>
          <p14:tracePt t="79323" x="2679700" y="6470650"/>
          <p14:tracePt t="79368" x="2667000" y="6470650"/>
          <p14:tracePt t="79385" x="2647950" y="6470650"/>
          <p14:tracePt t="79393" x="2628900" y="6470650"/>
          <p14:tracePt t="79406" x="2603500" y="6464300"/>
          <p14:tracePt t="79424" x="2501900" y="6445250"/>
          <p14:tracePt t="79440" x="2330450" y="6394450"/>
          <p14:tracePt t="79456" x="2279650" y="6381750"/>
          <p14:tracePt t="79473" x="2266950" y="6381750"/>
          <p14:tracePt t="79490" x="2260600" y="6381750"/>
          <p14:tracePt t="79552" x="2254250" y="6381750"/>
          <p14:tracePt t="79560" x="2247900" y="6381750"/>
          <p14:tracePt t="79576" x="2247900" y="6375400"/>
          <p14:tracePt t="79584" x="2241550" y="6375400"/>
          <p14:tracePt t="79601" x="2241550" y="6369050"/>
          <p14:tracePt t="79609" x="2235200" y="6362700"/>
          <p14:tracePt t="79634" x="2228850" y="6356350"/>
          <p14:tracePt t="79648" x="2222500" y="6350000"/>
          <p14:tracePt t="79657" x="2216150" y="6343650"/>
          <p14:tracePt t="79673" x="2209800" y="6343650"/>
          <p14:tracePt t="79690" x="2203450" y="6337300"/>
          <p14:tracePt t="79720" x="2203450" y="6330950"/>
          <p14:tracePt t="79728" x="2209800" y="6330950"/>
          <p14:tracePt t="79740" x="2222500" y="6330950"/>
          <p14:tracePt t="79757" x="2235200" y="6330950"/>
          <p14:tracePt t="79784" x="2241550" y="6330950"/>
          <p14:tracePt t="79793" x="2254250" y="6311900"/>
          <p14:tracePt t="79807" x="2260600" y="6292850"/>
          <p14:tracePt t="79824" x="2292350" y="6223000"/>
          <p14:tracePt t="79840" x="2311400" y="6191250"/>
          <p14:tracePt t="79857" x="2317750" y="6184900"/>
          <p14:tracePt t="79920" x="2330450" y="6172200"/>
          <p14:tracePt t="79936" x="2330450" y="6165850"/>
          <p14:tracePt t="79944" x="2336800" y="6153150"/>
          <p14:tracePt t="79957" x="2343150" y="6134100"/>
          <p14:tracePt t="79974" x="2343150" y="6115050"/>
          <p14:tracePt t="79990" x="2349500" y="6089650"/>
          <p14:tracePt t="80007" x="2355850" y="6070600"/>
          <p14:tracePt t="80024" x="2355850" y="6057900"/>
          <p14:tracePt t="80040" x="2355850" y="6032500"/>
          <p14:tracePt t="80057" x="2355850" y="6026150"/>
          <p14:tracePt t="80091" x="2355850" y="6019800"/>
          <p14:tracePt t="80107" x="2336800" y="6019800"/>
          <p14:tracePt t="80124" x="2324100" y="6019800"/>
          <p14:tracePt t="80141" x="2311400" y="6019800"/>
          <p14:tracePt t="80158" x="2292350" y="6019800"/>
          <p14:tracePt t="80191" x="2273300" y="6019800"/>
          <p14:tracePt t="80208" x="2260600" y="6045200"/>
          <p14:tracePt t="80224" x="2247900" y="6064250"/>
          <p14:tracePt t="80241" x="2235200" y="6083300"/>
          <p14:tracePt t="80258" x="2228850" y="6089650"/>
          <p14:tracePt t="80274" x="2222500" y="6115050"/>
          <p14:tracePt t="80291" x="2216150" y="6140450"/>
          <p14:tracePt t="80308" x="2216150" y="6178550"/>
          <p14:tracePt t="80325" x="2228850" y="6235700"/>
          <p14:tracePt t="80341" x="2254250" y="6286500"/>
          <p14:tracePt t="80359" x="2266950" y="6318250"/>
          <p14:tracePt t="80374" x="2279650" y="6330950"/>
          <p14:tracePt t="80392" x="2298700" y="6369050"/>
          <p14:tracePt t="80408" x="2311400" y="6381750"/>
          <p14:tracePt t="80424" x="2324100" y="6388100"/>
          <p14:tracePt t="80441" x="2336800" y="6388100"/>
          <p14:tracePt t="80458" x="2349500" y="6388100"/>
          <p14:tracePt t="80474" x="2355850" y="6388100"/>
          <p14:tracePt t="80491" x="2368550" y="6388100"/>
          <p14:tracePt t="80508" x="2387600" y="6375400"/>
          <p14:tracePt t="80525" x="2406650" y="6356350"/>
          <p14:tracePt t="80542" x="2419350" y="6330950"/>
          <p14:tracePt t="80558" x="2438400" y="6292850"/>
          <p14:tracePt t="80575" x="2438400" y="6273800"/>
          <p14:tracePt t="80592" x="2438400" y="6254750"/>
          <p14:tracePt t="80608" x="2438400" y="6235700"/>
          <p14:tracePt t="80625" x="2432050" y="6210300"/>
          <p14:tracePt t="80641" x="2419350" y="6197600"/>
          <p14:tracePt t="80674" x="2413000" y="6184900"/>
          <p14:tracePt t="80691" x="2393950" y="6172200"/>
          <p14:tracePt t="80708" x="2368550" y="6159500"/>
          <p14:tracePt t="80725" x="2362200" y="6153150"/>
          <p14:tracePt t="80741" x="2343150" y="6140450"/>
          <p14:tracePt t="80758" x="2343150" y="6134100"/>
          <p14:tracePt t="80775" x="2336800" y="6134100"/>
          <p14:tracePt t="80792" x="2330450" y="6134100"/>
          <p14:tracePt t="80809" x="2305050" y="6134100"/>
          <p14:tracePt t="80826" x="2286000" y="6140450"/>
          <p14:tracePt t="80842" x="2266950" y="6146800"/>
          <p14:tracePt t="80858" x="2260600" y="6153150"/>
          <p14:tracePt t="80875" x="2247900" y="6165850"/>
          <p14:tracePt t="80891" x="2241550" y="6184900"/>
          <p14:tracePt t="80909" x="2228850" y="6229350"/>
          <p14:tracePt t="80925" x="2222500" y="6267450"/>
          <p14:tracePt t="80942" x="2216150" y="6305550"/>
          <p14:tracePt t="80959" x="2216150" y="6324600"/>
          <p14:tracePt t="80976" x="2216150" y="6356350"/>
          <p14:tracePt t="80992" x="2228850" y="6369050"/>
          <p14:tracePt t="81009" x="2241550" y="6381750"/>
          <p14:tracePt t="81025" x="2254250" y="6388100"/>
          <p14:tracePt t="81042" x="2260600" y="6400800"/>
          <p14:tracePt t="81059" x="2273300" y="6400800"/>
          <p14:tracePt t="81075" x="2286000" y="6400800"/>
          <p14:tracePt t="81092" x="2305050" y="6400800"/>
          <p14:tracePt t="81108" x="2324100" y="6400800"/>
          <p14:tracePt t="81125" x="2336800" y="6394450"/>
          <p14:tracePt t="81142" x="2355850" y="6381750"/>
          <p14:tracePt t="81158" x="2362200" y="6375400"/>
          <p14:tracePt t="81176" x="2368550" y="6356350"/>
          <p14:tracePt t="81192" x="2374900" y="6337300"/>
          <p14:tracePt t="81208" x="2374900" y="6324600"/>
          <p14:tracePt t="81225" x="2374900" y="6299200"/>
          <p14:tracePt t="81242" x="2374900" y="6286500"/>
          <p14:tracePt t="81259" x="2368550" y="6261100"/>
          <p14:tracePt t="81275" x="2355850" y="6248400"/>
          <p14:tracePt t="81292" x="2349500" y="6235700"/>
          <p14:tracePt t="81309" x="2336800" y="6223000"/>
          <p14:tracePt t="81326" x="2330450" y="6216650"/>
          <p14:tracePt t="81342" x="2311400" y="6216650"/>
          <p14:tracePt t="81358" x="2292350" y="6216650"/>
          <p14:tracePt t="81376" x="2279650" y="6216650"/>
          <p14:tracePt t="81392" x="2260600" y="6229350"/>
          <p14:tracePt t="81409" x="2247900" y="6242050"/>
          <p14:tracePt t="81425" x="2241550" y="6267450"/>
          <p14:tracePt t="81442" x="2241550" y="6280150"/>
          <p14:tracePt t="81459" x="2241550" y="6292850"/>
          <p14:tracePt t="81475" x="2247900" y="6311900"/>
          <p14:tracePt t="81492" x="2260600" y="6318250"/>
          <p14:tracePt t="81508" x="2279650" y="6318250"/>
          <p14:tracePt t="81525" x="2298700" y="6318250"/>
          <p14:tracePt t="81542" x="2305050" y="6318250"/>
          <p14:tracePt t="81559" x="2311400" y="6318250"/>
          <p14:tracePt t="81576" x="2317750" y="6311900"/>
          <p14:tracePt t="81592" x="2317750" y="6292850"/>
          <p14:tracePt t="81642" x="2324100" y="6292850"/>
          <p14:tracePt t="81650" x="2330450" y="6299200"/>
          <p14:tracePt t="81666" x="2336800" y="6311900"/>
          <p14:tracePt t="81676" x="2343150" y="6318250"/>
          <p14:tracePt t="81693" x="2362200" y="6330950"/>
          <p14:tracePt t="81708" x="2368550" y="6330950"/>
          <p14:tracePt t="81726" x="2374900" y="6337300"/>
          <p14:tracePt t="81742" x="2387600" y="6337300"/>
          <p14:tracePt t="81759" x="2393950" y="6337300"/>
          <p14:tracePt t="81776" x="2406650" y="6337300"/>
          <p14:tracePt t="81792" x="2413000" y="6337300"/>
          <p14:tracePt t="81874" x="2413000" y="6350000"/>
          <p14:tracePt t="81890" x="2432050" y="6362700"/>
          <p14:tracePt t="81898" x="2457450" y="6369050"/>
          <p14:tracePt t="81909" x="2495550" y="6388100"/>
          <p14:tracePt t="81926" x="2552700" y="6400800"/>
          <p14:tracePt t="81942" x="2609850" y="6426200"/>
          <p14:tracePt t="81960" x="2628900" y="6426200"/>
          <p14:tracePt t="81976" x="2647950" y="6432550"/>
          <p14:tracePt t="81993" x="2692400" y="6432550"/>
          <p14:tracePt t="82009" x="2749550" y="6445250"/>
          <p14:tracePt t="82026" x="2851150" y="6464300"/>
          <p14:tracePt t="82044" x="2914650" y="6483350"/>
          <p14:tracePt t="82060" x="2927350" y="6483350"/>
          <p14:tracePt t="82105" x="2940050" y="6483350"/>
          <p14:tracePt t="82120" x="2952750" y="6483350"/>
          <p14:tracePt t="82130" x="2965450" y="6483350"/>
          <p14:tracePt t="82143" x="2978150" y="6483350"/>
          <p14:tracePt t="82160" x="3003550" y="6483350"/>
          <p14:tracePt t="82176" x="3009900" y="6483350"/>
          <p14:tracePt t="82193" x="3016250" y="6483350"/>
          <p14:tracePt t="82210" x="3035300" y="6483350"/>
          <p14:tracePt t="82227" x="3073400" y="6483350"/>
          <p14:tracePt t="82243" x="3130550" y="6483350"/>
          <p14:tracePt t="82259" x="3175000" y="6477000"/>
          <p14:tracePt t="82276" x="3181350" y="6470650"/>
          <p14:tracePt t="82293" x="3187700" y="6470650"/>
          <p14:tracePt t="82310" x="3194050" y="6464300"/>
          <p14:tracePt t="82343" x="3200400" y="6457950"/>
          <p14:tracePt t="82369" x="3213100" y="6445250"/>
          <p14:tracePt t="82378" x="3225800" y="6445250"/>
          <p14:tracePt t="82392" x="3238500" y="6438900"/>
          <p14:tracePt t="82410" x="3251200" y="6438900"/>
          <p14:tracePt t="82426" x="3257550" y="6438900"/>
          <p14:tracePt t="82443" x="3270250" y="6426200"/>
          <p14:tracePt t="82460" x="3282950" y="6407150"/>
          <p14:tracePt t="82476" x="3289300" y="6388100"/>
          <p14:tracePt t="82493" x="3289300" y="6375400"/>
          <p14:tracePt t="82510" x="3289300" y="6369050"/>
          <p14:tracePt t="82528" x="3282950" y="6362700"/>
          <p14:tracePt t="82543" x="3276600" y="6362700"/>
          <p14:tracePt t="82559" x="3263900" y="6362700"/>
          <p14:tracePt t="82576" x="3251200" y="6362700"/>
          <p14:tracePt t="82672" x="3244850" y="6362700"/>
          <p14:tracePt t="82712" x="3238500" y="6375400"/>
          <p14:tracePt t="82721" x="3238500" y="6381750"/>
          <p14:tracePt t="82729" x="3232150" y="6388100"/>
          <p14:tracePt t="82744" x="3225800" y="6400800"/>
          <p14:tracePt t="82760" x="3225800" y="6426200"/>
          <p14:tracePt t="82776" x="3276600" y="6457950"/>
          <p14:tracePt t="82793" x="3352800" y="6496050"/>
          <p14:tracePt t="82810" x="3409950" y="6515100"/>
          <p14:tracePt t="82826" x="3429000" y="6515100"/>
          <p14:tracePt t="82843" x="3435350" y="6515100"/>
          <p14:tracePt t="82860" x="3441700" y="6515100"/>
          <p14:tracePt t="82876" x="3467100" y="6502400"/>
          <p14:tracePt t="82893" x="3530600" y="6483350"/>
          <p14:tracePt t="82910" x="3600450" y="6477000"/>
          <p14:tracePt t="82927" x="3721100" y="6470650"/>
          <p14:tracePt t="82944" x="3860800" y="6470650"/>
          <p14:tracePt t="82960" x="3886200" y="6464300"/>
          <p14:tracePt t="82977" x="3898900" y="6464300"/>
          <p14:tracePt t="82993" x="3911600" y="6457950"/>
          <p14:tracePt t="83010" x="3937000" y="6451600"/>
          <p14:tracePt t="83027" x="3968750" y="6451600"/>
          <p14:tracePt t="83043" x="3975100" y="6451600"/>
          <p14:tracePt t="83060" x="3981450" y="6451600"/>
          <p14:tracePt t="83136" x="3987800" y="6451600"/>
          <p14:tracePt t="83152" x="4000500" y="6451600"/>
          <p14:tracePt t="83177" x="4006850" y="6451600"/>
          <p14:tracePt t="83184" x="4013200" y="6457950"/>
          <p14:tracePt t="83216" x="4019550" y="6457950"/>
          <p14:tracePt t="83224" x="4032250" y="6457950"/>
          <p14:tracePt t="83232" x="4051300" y="6457950"/>
          <p14:tracePt t="83243" x="4070350" y="6457950"/>
          <p14:tracePt t="83260" x="4089400" y="6457950"/>
          <p14:tracePt t="83277" x="4108450" y="6457950"/>
          <p14:tracePt t="83293" x="4114800" y="6457950"/>
          <p14:tracePt t="83328" x="4121150" y="6457950"/>
          <p14:tracePt t="83344" x="4146550" y="6445250"/>
          <p14:tracePt t="83360" x="4171950" y="6432550"/>
          <p14:tracePt t="83377" x="4184650" y="6419850"/>
          <p14:tracePt t="83394" x="4197350" y="6413500"/>
          <p14:tracePt t="83427" x="4197350" y="6407150"/>
          <p14:tracePt t="83444" x="4203700" y="6407150"/>
          <p14:tracePt t="83460" x="4222750" y="6400800"/>
          <p14:tracePt t="83477" x="4324350" y="6381750"/>
          <p14:tracePt t="83494" x="4387850" y="6381750"/>
          <p14:tracePt t="83511" x="4464050" y="6369050"/>
          <p14:tracePt t="83528" x="4476750" y="6356350"/>
          <p14:tracePt t="83544" x="4483100" y="6356350"/>
          <p14:tracePt t="83584" x="4489450" y="6350000"/>
          <p14:tracePt t="83592" x="4495800" y="6350000"/>
          <p14:tracePt t="83682" x="4502150" y="6350000"/>
          <p14:tracePt t="83690" x="4514850" y="6337300"/>
          <p14:tracePt t="83714" x="4521200" y="6337300"/>
          <p14:tracePt t="83730" x="4527550" y="6330950"/>
          <p14:tracePt t="83746" x="4527550" y="6324600"/>
          <p14:tracePt t="83906" x="4521200" y="6330950"/>
          <p14:tracePt t="83934" x="4514850" y="6330950"/>
          <p14:tracePt t="83962" x="4508500" y="6337300"/>
          <p14:tracePt t="84074" x="4502150" y="6337300"/>
          <p14:tracePt t="84126" x="4495800" y="6337300"/>
          <p14:tracePt t="84138" x="4489450" y="6337300"/>
          <p14:tracePt t="84257" x="4489450" y="6330950"/>
          <p14:tracePt t="84264" x="4489450" y="6324600"/>
          <p14:tracePt t="84273" x="4489450" y="6318250"/>
          <p14:tracePt t="84289" x="4489450" y="6311900"/>
          <p14:tracePt t="84297" x="4489450" y="6305550"/>
          <p14:tracePt t="84321" x="4489450" y="6299200"/>
          <p14:tracePt t="84362" x="4489450" y="6292850"/>
          <p14:tracePt t="84381" x="4489450" y="6286500"/>
          <p14:tracePt t="84414" x="4489450" y="6280150"/>
          <p14:tracePt t="84422" x="4489450" y="6273800"/>
          <p14:tracePt t="84431" x="4489450" y="6267450"/>
          <p14:tracePt t="84445" x="4495800" y="6267450"/>
          <p14:tracePt t="84462" x="4495800" y="6254750"/>
          <p14:tracePt t="84478" x="4495800" y="6248400"/>
          <p14:tracePt t="84495" x="4502150" y="6229350"/>
          <p14:tracePt t="84512" x="4508500" y="6210300"/>
          <p14:tracePt t="84529" x="4508500" y="6203950"/>
          <p14:tracePt t="84545" x="4508500" y="6191250"/>
          <p14:tracePt t="84585" x="4508500" y="6184900"/>
          <p14:tracePt t="84601" x="4502150" y="6178550"/>
          <p14:tracePt t="84625" x="4495800" y="6172200"/>
          <p14:tracePt t="84633" x="4483100" y="6172200"/>
          <p14:tracePt t="84662" x="4470400" y="6172200"/>
          <p14:tracePt t="84678" x="4464050" y="6172200"/>
          <p14:tracePt t="84695" x="4457700" y="6178550"/>
          <p14:tracePt t="84712" x="4451350" y="6184900"/>
          <p14:tracePt t="84729" x="4445000" y="6184900"/>
          <p14:tracePt t="84746" x="4445000" y="6191250"/>
          <p14:tracePt t="84762" x="4438650" y="6191250"/>
          <p14:tracePt t="84785" x="4432300" y="6197600"/>
          <p14:tracePt t="84796" x="4432300" y="6203950"/>
          <p14:tracePt t="84812" x="4419600" y="6203950"/>
          <p14:tracePt t="84829" x="4406900" y="6216650"/>
          <p14:tracePt t="84846" x="4394200" y="6242050"/>
          <p14:tracePt t="84863" x="4387850" y="6248400"/>
          <p14:tracePt t="84879" x="4387850" y="6267450"/>
          <p14:tracePt t="84896" x="4387850" y="6299200"/>
          <p14:tracePt t="84912" x="4387850" y="6311900"/>
          <p14:tracePt t="84929" x="4387850" y="6330950"/>
          <p14:tracePt t="84946" x="4394200" y="6350000"/>
          <p14:tracePt t="84962" x="4406900" y="6362700"/>
          <p14:tracePt t="84979" x="4413250" y="6375400"/>
          <p14:tracePt t="85013" x="4419600" y="6381750"/>
          <p14:tracePt t="85029" x="4425950" y="6381750"/>
          <p14:tracePt t="85057" x="4445000" y="6381750"/>
          <p14:tracePt t="85073" x="4457700" y="6381750"/>
          <p14:tracePt t="85081" x="4457700" y="6388100"/>
          <p14:tracePt t="85096" x="4470400" y="6388100"/>
          <p14:tracePt t="85112" x="4483100" y="6388100"/>
          <p14:tracePt t="85129" x="4495800" y="6388100"/>
          <p14:tracePt t="85146" x="4508500" y="6375400"/>
          <p14:tracePt t="85162" x="4521200" y="6350000"/>
          <p14:tracePt t="85179" x="4533900" y="6318250"/>
          <p14:tracePt t="85196" x="4533900" y="6292850"/>
          <p14:tracePt t="85213" x="4533900" y="6267450"/>
          <p14:tracePt t="85229" x="4533900" y="6248400"/>
          <p14:tracePt t="85246" x="4533900" y="6235700"/>
          <p14:tracePt t="85263" x="4527550" y="6216650"/>
          <p14:tracePt t="85267" x="4521200" y="6203950"/>
          <p14:tracePt t="85280" x="4514850" y="6191250"/>
          <p14:tracePt t="85296" x="4502150" y="6172200"/>
          <p14:tracePt t="85313" x="4489450" y="6153150"/>
          <p14:tracePt t="85330" x="4483100" y="6134100"/>
          <p14:tracePt t="85346" x="4476750" y="6127750"/>
          <p14:tracePt t="85364" x="4464050" y="6115050"/>
          <p14:tracePt t="85380" x="4464050" y="6108700"/>
          <p14:tracePt t="85397" x="4457700" y="6102350"/>
          <p14:tracePt t="85413" x="4451350" y="6102350"/>
          <p14:tracePt t="85430" x="4445000" y="6102350"/>
          <p14:tracePt t="85449" x="4438650" y="6102350"/>
          <p14:tracePt t="85464" x="4432300" y="6102350"/>
          <p14:tracePt t="85480" x="4413250" y="6102350"/>
          <p14:tracePt t="85497" x="4406900" y="6108700"/>
          <p14:tracePt t="85513" x="4400550" y="6115050"/>
          <p14:tracePt t="85536" x="4394200" y="6121400"/>
          <p14:tracePt t="85546" x="4394200" y="6127750"/>
          <p14:tracePt t="85563" x="4387850" y="6140450"/>
          <p14:tracePt t="85579" x="4381500" y="6153150"/>
          <p14:tracePt t="85596" x="4375150" y="6216650"/>
          <p14:tracePt t="85613" x="4375150" y="6242050"/>
          <p14:tracePt t="85629" x="4375150" y="6267450"/>
          <p14:tracePt t="85646" x="4375150" y="6273800"/>
          <p14:tracePt t="85663" x="4375150" y="6280150"/>
          <p14:tracePt t="85680" x="4375150" y="6292850"/>
          <p14:tracePt t="85696" x="4387850" y="6305550"/>
          <p14:tracePt t="85713" x="4387850" y="6311900"/>
          <p14:tracePt t="85729" x="4394200" y="6318250"/>
          <p14:tracePt t="85768" x="4400550" y="6318250"/>
          <p14:tracePt t="85802" x="4406900" y="6318250"/>
          <p14:tracePt t="85810" x="4413250" y="6318250"/>
          <p14:tracePt t="85842" x="4419600" y="6311900"/>
          <p14:tracePt t="85867" x="4425950" y="6305550"/>
          <p14:tracePt t="85884" x="4432300" y="6305550"/>
          <p14:tracePt t="85890" x="4438650" y="6299200"/>
          <p14:tracePt t="85899" x="4445000" y="6299200"/>
          <p14:tracePt t="85913" x="4451350" y="6280150"/>
          <p14:tracePt t="85930" x="4457700" y="6273800"/>
          <p14:tracePt t="85947" x="4464050" y="6267450"/>
          <p14:tracePt t="85963" x="4464050" y="6254750"/>
          <p14:tracePt t="85980" x="4464050" y="6248400"/>
          <p14:tracePt t="85996" x="4464050" y="6242050"/>
          <p14:tracePt t="86013" x="4464050" y="6229350"/>
          <p14:tracePt t="86030" x="4464050" y="6210300"/>
          <p14:tracePt t="86046" x="4457700" y="6191250"/>
          <p14:tracePt t="86064" x="4445000" y="6178550"/>
          <p14:tracePt t="86080" x="4438650" y="6172200"/>
          <p14:tracePt t="86097" x="4438650" y="6165850"/>
          <p14:tracePt t="86113" x="4432300" y="6159500"/>
          <p14:tracePt t="86130" x="4432300" y="6153150"/>
          <p14:tracePt t="86163" x="4425950" y="6153150"/>
          <p14:tracePt t="86194" x="4419600" y="6153150"/>
          <p14:tracePt t="86225" x="4413250" y="6153150"/>
          <p14:tracePt t="86248" x="4406900" y="6153150"/>
          <p14:tracePt t="86256" x="4400550" y="6153150"/>
          <p14:tracePt t="86265" x="4394200" y="6159500"/>
          <p14:tracePt t="86280" x="4381500" y="6172200"/>
          <p14:tracePt t="86297" x="4368800" y="6191250"/>
          <p14:tracePt t="86313" x="4368800" y="6203950"/>
          <p14:tracePt t="86330" x="4368800" y="6216650"/>
          <p14:tracePt t="86347" x="4368800" y="6223000"/>
          <p14:tracePt t="86364" x="4368800" y="6242050"/>
          <p14:tracePt t="86381" x="4375150" y="6261100"/>
          <p14:tracePt t="86398" x="4387850" y="6286500"/>
          <p14:tracePt t="86414" x="4400550" y="6305550"/>
          <p14:tracePt t="86430" x="4413250" y="6324600"/>
          <p14:tracePt t="86463" x="4413250" y="6330950"/>
          <p14:tracePt t="86512" x="4419600" y="6330950"/>
          <p14:tracePt t="86520" x="4425950" y="6330950"/>
          <p14:tracePt t="86537" x="4432300" y="6330950"/>
          <p14:tracePt t="86552" x="4451350" y="6343650"/>
          <p14:tracePt t="86564" x="4457700" y="6343650"/>
          <p14:tracePt t="86594" x="4464050" y="6343650"/>
          <p14:tracePt t="86618" x="4470400" y="6343650"/>
          <p14:tracePt t="86626" x="4476750" y="6343650"/>
          <p14:tracePt t="86634" x="4476750" y="6337300"/>
          <p14:tracePt t="86648" x="4483100" y="6330950"/>
          <p14:tracePt t="86664" x="4489450" y="6318250"/>
          <p14:tracePt t="86681" x="4495800" y="6305550"/>
          <p14:tracePt t="86698" x="4495800" y="6286500"/>
          <p14:tracePt t="86714" x="4502150" y="6273800"/>
          <p14:tracePt t="86730" x="4502150" y="6261100"/>
          <p14:tracePt t="86747" x="4502150" y="6254750"/>
          <p14:tracePt t="86764" x="4502150" y="6242050"/>
          <p14:tracePt t="86781" x="4502150" y="6235700"/>
          <p14:tracePt t="86797" x="4502150" y="6223000"/>
          <p14:tracePt t="86814" x="4502150" y="6197600"/>
          <p14:tracePt t="86831" x="4502150" y="6184900"/>
          <p14:tracePt t="86848" x="4495800" y="6159500"/>
          <p14:tracePt t="86864" x="4483100" y="6146800"/>
          <p14:tracePt t="86881" x="4483100" y="6140450"/>
          <p14:tracePt t="86914" x="4470400" y="6127750"/>
          <p14:tracePt t="86945" x="4464050" y="6121400"/>
          <p14:tracePt t="86978" x="4457700" y="6121400"/>
          <p14:tracePt t="86990" x="4451350" y="6121400"/>
          <p14:tracePt t="86998" x="4445000" y="6121400"/>
          <p14:tracePt t="87015" x="4438650" y="6121400"/>
          <p14:tracePt t="87032" x="4432300" y="6121400"/>
          <p14:tracePt t="87048" x="4413250" y="6121400"/>
          <p14:tracePt t="87065" x="4406900" y="6121400"/>
          <p14:tracePt t="87081" x="4400550" y="6127750"/>
          <p14:tracePt t="87098" x="4387850" y="6146800"/>
          <p14:tracePt t="87115" x="4375150" y="6159500"/>
          <p14:tracePt t="87132" x="4362450" y="6184900"/>
          <p14:tracePt t="87148" x="4362450" y="6203950"/>
          <p14:tracePt t="87164" x="4356100" y="6229350"/>
          <p14:tracePt t="87181" x="4356100" y="6235700"/>
          <p14:tracePt t="87198" x="4356100" y="6248400"/>
          <p14:tracePt t="87214" x="4356100" y="6267450"/>
          <p14:tracePt t="87231" x="4356100" y="6273800"/>
          <p14:tracePt t="87248" x="4368800" y="6305550"/>
          <p14:tracePt t="87264" x="4375150" y="6318250"/>
          <p14:tracePt t="87281" x="4381500" y="6330950"/>
          <p14:tracePt t="87298" x="4387850" y="6337300"/>
          <p14:tracePt t="87330" x="4387850" y="6343650"/>
          <p14:tracePt t="87353" x="4394200" y="6350000"/>
          <p14:tracePt t="87360" x="4394200" y="6356350"/>
          <p14:tracePt t="87378" x="4406900" y="6362700"/>
          <p14:tracePt t="87384" x="4413250" y="6369050"/>
          <p14:tracePt t="87417" x="4419600" y="6369050"/>
          <p14:tracePt t="87449" x="4425950" y="6369050"/>
          <p14:tracePt t="87457" x="4438650" y="6369050"/>
          <p14:tracePt t="87466" x="4438650" y="6356350"/>
          <p14:tracePt t="87481" x="4451350" y="6337300"/>
          <p14:tracePt t="87498" x="4457700" y="6311900"/>
          <p14:tracePt t="87515" x="4464050" y="6292850"/>
          <p14:tracePt t="87531" x="4464050" y="6273800"/>
          <p14:tracePt t="87548" x="4464050" y="6261100"/>
          <p14:tracePt t="87565" x="4464050" y="6254750"/>
          <p14:tracePt t="87581" x="4464050" y="6242050"/>
          <p14:tracePt t="87598" x="4464050" y="6235700"/>
          <p14:tracePt t="87615" x="4464050" y="6223000"/>
          <p14:tracePt t="87632" x="4464050" y="6197600"/>
          <p14:tracePt t="87648" x="4457700" y="6178550"/>
          <p14:tracePt t="87665" x="4445000" y="6159500"/>
          <p14:tracePt t="87681" x="4438650" y="6159500"/>
          <p14:tracePt t="87777" x="4425950" y="6159500"/>
          <p14:tracePt t="87784" x="4419600" y="6159500"/>
          <p14:tracePt t="87798" x="4419600" y="6178550"/>
          <p14:tracePt t="87815" x="4413250" y="6191250"/>
          <p14:tracePt t="87832" x="4406900" y="6223000"/>
          <p14:tracePt t="87849" x="4406900" y="6248400"/>
          <p14:tracePt t="87866" x="4406900" y="6261100"/>
          <p14:tracePt t="87882" x="4406900" y="6286500"/>
          <p14:tracePt t="87899" x="4406900" y="6299200"/>
          <p14:tracePt t="87916" x="4413250" y="6299200"/>
          <p14:tracePt t="87932" x="4413250" y="6305550"/>
          <p14:tracePt t="93469" x="4413250" y="6311900"/>
          <p14:tracePt t="93505" x="4432300" y="6343650"/>
          <p14:tracePt t="93524" x="4445000" y="6356350"/>
          <p14:tracePt t="93530" x="4445000" y="6381750"/>
          <p14:tracePt t="93538" x="4457700" y="6394450"/>
          <p14:tracePt t="93555" x="4470400" y="6438900"/>
          <p14:tracePt t="93571" x="4476750" y="6457950"/>
          <p14:tracePt t="93680" x="4470400" y="6457950"/>
          <p14:tracePt t="93745" x="4470400" y="6451600"/>
          <p14:tracePt t="93778" x="4470400" y="6445250"/>
          <p14:tracePt t="93794" x="4470400" y="6438900"/>
          <p14:tracePt t="93810" x="4470400" y="6426200"/>
          <p14:tracePt t="93834" x="4470400" y="6419850"/>
          <p14:tracePt t="93842" x="4476750" y="6419850"/>
          <p14:tracePt t="93855" x="4476750" y="6413500"/>
          <p14:tracePt t="93874" x="4483100" y="6407150"/>
          <p14:tracePt t="93905" x="4483100" y="6400800"/>
          <p14:tracePt t="93929" x="4489450" y="6394450"/>
          <p14:tracePt t="93970" x="4495800" y="6388100"/>
          <p14:tracePt t="94154" x="4495800" y="6381750"/>
          <p14:tracePt t="94398" x="4495800" y="6375400"/>
          <p14:tracePt t="94438" x="4495800" y="6369050"/>
          <p14:tracePt t="94593" x="4483100" y="6356350"/>
          <p14:tracePt t="95720" x="4464050" y="6356350"/>
          <p14:tracePt t="95737" x="4432300" y="6381750"/>
          <p14:tracePt t="95741" x="4394200" y="6394450"/>
          <p14:tracePt t="95756" x="4375150" y="6407150"/>
          <p14:tracePt t="95809" x="4368800" y="6407150"/>
          <p14:tracePt t="95816" x="4368800" y="6400800"/>
          <p14:tracePt t="95825" x="4375150" y="6400800"/>
          <p14:tracePt t="95840" x="4381500" y="6394450"/>
          <p14:tracePt t="95856" x="4394200" y="6394450"/>
          <p14:tracePt t="95978" x="4368800" y="6394450"/>
          <p14:tracePt t="95986" x="4343400" y="6407150"/>
          <p14:tracePt t="95994" x="4318000" y="6419850"/>
          <p14:tracePt t="96006" x="4298950" y="6432550"/>
          <p14:tracePt t="96024" x="4254500" y="6464300"/>
          <p14:tracePt t="96040" x="4248150" y="6464300"/>
          <p14:tracePt t="96073" x="4241800" y="6470650"/>
          <p14:tracePt t="96090" x="4235450" y="6477000"/>
          <p14:tracePt t="96107" x="4216400" y="6477000"/>
          <p14:tracePt t="96124" x="4171950" y="6477000"/>
          <p14:tracePt t="96140" x="4051300" y="6477000"/>
          <p14:tracePt t="96158" x="3956050" y="6477000"/>
          <p14:tracePt t="96174" x="3917950" y="6477000"/>
          <p14:tracePt t="96190" x="3879850" y="6470650"/>
          <p14:tracePt t="96207" x="3854450" y="6464300"/>
          <p14:tracePt t="96224" x="3810000" y="6457950"/>
          <p14:tracePt t="96240" x="3790950" y="6451600"/>
          <p14:tracePt t="96257" x="3771900" y="6445250"/>
          <p14:tracePt t="96273" x="3765550" y="6445250"/>
          <p14:tracePt t="96290" x="3752850" y="6445250"/>
          <p14:tracePt t="96307" x="3746500" y="6445250"/>
          <p14:tracePt t="96324" x="3714750" y="6432550"/>
          <p14:tracePt t="96341" x="3702050" y="6432550"/>
          <p14:tracePt t="96344" x="3689350" y="6432550"/>
          <p14:tracePt t="96357" x="3676650" y="6419850"/>
          <p14:tracePt t="96374" x="3644900" y="6419850"/>
          <p14:tracePt t="96391" x="3619500" y="6413500"/>
          <p14:tracePt t="96407" x="3594100" y="6400800"/>
          <p14:tracePt t="96424" x="3536950" y="6400800"/>
          <p14:tracePt t="96440" x="3498850" y="6394450"/>
          <p14:tracePt t="96457" x="3435350" y="6388100"/>
          <p14:tracePt t="96474" x="3422650" y="6388100"/>
          <p14:tracePt t="96514" x="3409950" y="6388100"/>
          <p14:tracePt t="96530" x="3397250" y="6388100"/>
          <p14:tracePt t="96541" x="3384550" y="6388100"/>
          <p14:tracePt t="96558" x="3346450" y="6388100"/>
          <p14:tracePt t="96574" x="3302000" y="6394450"/>
          <p14:tracePt t="96592" x="3257550" y="6400800"/>
          <p14:tracePt t="96608" x="3232150" y="6400800"/>
          <p14:tracePt t="96624" x="3225800" y="6400800"/>
          <p14:tracePt t="96890" x="3232150" y="6400800"/>
          <p14:tracePt t="96895" x="3238500" y="6400800"/>
          <p14:tracePt t="96908" x="3257550" y="6394450"/>
          <p14:tracePt t="96925" x="3263900" y="6388100"/>
          <p14:tracePt t="96941" x="3282950" y="6375400"/>
          <p14:tracePt t="96958" x="3289300" y="6350000"/>
          <p14:tracePt t="96974" x="3302000" y="6337300"/>
          <p14:tracePt t="96991" x="3302000" y="6324600"/>
          <p14:tracePt t="97008" x="3308350" y="6311900"/>
          <p14:tracePt t="97024" x="3314700" y="6292850"/>
          <p14:tracePt t="97041" x="3314700" y="6273800"/>
          <p14:tracePt t="97057" x="3314700" y="6248400"/>
          <p14:tracePt t="97074" x="3314700" y="6223000"/>
          <p14:tracePt t="97092" x="3314700" y="6178550"/>
          <p14:tracePt t="97108" x="3314700" y="6165850"/>
          <p14:tracePt t="97125" x="3314700" y="6140450"/>
          <p14:tracePt t="97141" x="3314700" y="6115050"/>
          <p14:tracePt t="97158" x="3308350" y="6096000"/>
          <p14:tracePt t="97175" x="3302000" y="6083300"/>
          <p14:tracePt t="97192" x="3289300" y="6057900"/>
          <p14:tracePt t="97208" x="3282950" y="6051550"/>
          <p14:tracePt t="97225" x="3270250" y="6032500"/>
          <p14:tracePt t="97241" x="3257550" y="6026150"/>
          <p14:tracePt t="97257" x="3244850" y="6019800"/>
          <p14:tracePt t="97274" x="3232150" y="6007100"/>
          <p14:tracePt t="97291" x="3225800" y="6007100"/>
          <p14:tracePt t="97308" x="3213100" y="6007100"/>
          <p14:tracePt t="97325" x="3206750" y="6007100"/>
          <p14:tracePt t="97341" x="3200400" y="6007100"/>
          <p14:tracePt t="97358" x="3194050" y="6007100"/>
          <p14:tracePt t="97375" x="3187700" y="6007100"/>
          <p14:tracePt t="97392" x="3168650" y="6013450"/>
          <p14:tracePt t="97408" x="3155950" y="6013450"/>
          <p14:tracePt t="97425" x="3143250" y="6026150"/>
          <p14:tracePt t="97442" x="3124200" y="6045200"/>
          <p14:tracePt t="97458" x="3105150" y="6083300"/>
          <p14:tracePt t="97474" x="3092450" y="6108700"/>
          <p14:tracePt t="97491" x="3092450" y="6127750"/>
          <p14:tracePt t="97508" x="3092450" y="6153150"/>
          <p14:tracePt t="97525" x="3092450" y="6172200"/>
          <p14:tracePt t="97542" x="3105150" y="6203950"/>
          <p14:tracePt t="97558" x="3117850" y="6242050"/>
          <p14:tracePt t="97575" x="3124200" y="6273800"/>
          <p14:tracePt t="97592" x="3130550" y="6330950"/>
          <p14:tracePt t="97608" x="3130550" y="6350000"/>
          <p14:tracePt t="97625" x="3143250" y="6388100"/>
          <p14:tracePt t="97641" x="3143250" y="6400800"/>
          <p14:tracePt t="97658" x="3149600" y="6413500"/>
          <p14:tracePt t="97675" x="3155950" y="6432550"/>
          <p14:tracePt t="97691" x="3168650" y="6445250"/>
          <p14:tracePt t="97708" x="3175000" y="6464300"/>
          <p14:tracePt t="97742" x="3181350" y="6470650"/>
          <p14:tracePt t="97758" x="3200400" y="6477000"/>
          <p14:tracePt t="97777" x="3206750" y="6477000"/>
          <p14:tracePt t="97794" x="3219450" y="6477000"/>
          <p14:tracePt t="97810" x="3225800" y="6477000"/>
          <p14:tracePt t="97833" x="3232150" y="6477000"/>
          <p14:tracePt t="97842" x="3238500" y="6477000"/>
          <p14:tracePt t="99674" x="3244850" y="6477000"/>
          <p14:tracePt t="99681" x="3251200" y="6464300"/>
          <p14:tracePt t="104219" x="3276600" y="6457950"/>
          <p14:tracePt t="104320" x="3282950" y="6457950"/>
          <p14:tracePt t="104337" x="3289300" y="6457950"/>
          <p14:tracePt t="104352" x="3289300" y="6451600"/>
          <p14:tracePt t="110190" x="3295650" y="6451600"/>
          <p14:tracePt t="110234" x="3302000" y="6451600"/>
          <p14:tracePt t="110254" x="3314700" y="6451600"/>
          <p14:tracePt t="110270" x="3327400" y="6445250"/>
          <p14:tracePt t="110277" x="3327400" y="6438900"/>
          <p14:tracePt t="110287" x="3340100" y="6438900"/>
          <p14:tracePt t="110304" x="3365500" y="6419850"/>
          <p14:tracePt t="110321" x="3403600" y="6407150"/>
          <p14:tracePt t="110337" x="3435350" y="6381750"/>
          <p14:tracePt t="110354" x="3467100" y="6362700"/>
          <p14:tracePt t="110371" x="3479800" y="6343650"/>
          <p14:tracePt t="110388" x="3486150" y="6311900"/>
          <p14:tracePt t="110404" x="3486150" y="6299200"/>
          <p14:tracePt t="110421" x="3498850" y="6286500"/>
          <p14:tracePt t="110438" x="3505200" y="6273800"/>
          <p14:tracePt t="110455" x="3505200" y="6267450"/>
          <p14:tracePt t="110472" x="3505200" y="6261100"/>
          <p14:tracePt t="110489" x="3505200" y="6248400"/>
          <p14:tracePt t="110521" x="3505200" y="6242050"/>
          <p14:tracePt t="110536" x="3505200" y="6235700"/>
          <p14:tracePt t="110594" x="3505200" y="6229350"/>
          <p14:tracePt t="110721" x="3505200" y="6223000"/>
          <p14:tracePt t="110738" x="3517900" y="6216650"/>
          <p14:tracePt t="110755" x="3524250" y="6210300"/>
          <p14:tracePt t="110762" x="3536950" y="6203950"/>
          <p14:tracePt t="110772" x="3549650" y="6184900"/>
          <p14:tracePt t="110789" x="3575050" y="6146800"/>
          <p14:tracePt t="110805" x="3594100" y="6096000"/>
          <p14:tracePt t="110822" x="3594100" y="6064250"/>
          <p14:tracePt t="110839" x="3594100" y="6051550"/>
          <p14:tracePt t="110856" x="3606800" y="6013450"/>
          <p14:tracePt t="110872" x="3606800" y="5975350"/>
          <p14:tracePt t="110888" x="3606800" y="5943600"/>
          <p14:tracePt t="110905" x="3613150" y="5937250"/>
          <p14:tracePt t="110948" x="3613150" y="5930900"/>
          <p14:tracePt t="110960" x="3606800" y="5937250"/>
          <p14:tracePt t="110976" x="3600450" y="5937250"/>
          <p14:tracePt t="110988" x="3594100" y="5949950"/>
          <p14:tracePt t="111005" x="3587750" y="5962650"/>
          <p14:tracePt t="111022" x="3587750" y="5969000"/>
          <p14:tracePt t="111038" x="3575050" y="5981700"/>
          <p14:tracePt t="111072" x="3575050" y="5988050"/>
          <p14:tracePt t="111088" x="3575050" y="5994400"/>
          <p14:tracePt t="111105" x="3575050" y="6000750"/>
          <p14:tracePt t="111121" x="3575050" y="6007100"/>
          <p14:tracePt t="111138" x="3568700" y="6013450"/>
          <p14:tracePt t="111155" x="3562350" y="6019800"/>
          <p14:tracePt t="111171" x="3562350" y="6026150"/>
          <p14:tracePt t="111188" x="3556000" y="6026150"/>
          <p14:tracePt t="111614" x="3556000" y="6032500"/>
          <p14:tracePt t="111626" x="3549650" y="6038850"/>
          <p14:tracePt t="111638" x="3543300" y="6038850"/>
          <p14:tracePt t="111721" x="3536950" y="6038850"/>
          <p14:tracePt t="111728" x="3530600" y="6045200"/>
          <p14:tracePt t="111859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147" y="3717032"/>
            <a:ext cx="5867400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Ziegler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Nicols  </a:t>
            </a:r>
            <a:br>
              <a:rPr lang="nl-NL" dirty="0"/>
            </a:br>
            <a:r>
              <a:rPr lang="nl-NL" sz="2700" dirty="0"/>
              <a:t>(</a:t>
            </a:r>
            <a:r>
              <a:rPr lang="en-GB" sz="2800" dirty="0">
                <a:hlinkClick r:id="rId4"/>
              </a:rPr>
              <a:t>https://en.wikipedia.org/wiki/Ziegler–</a:t>
            </a:r>
            <a:r>
              <a:rPr lang="en-GB" sz="2800" dirty="0" err="1">
                <a:hlinkClick r:id="rId4"/>
              </a:rPr>
              <a:t>Nichols_method</a:t>
            </a:r>
            <a:r>
              <a:rPr lang="en-GB" sz="2700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36" y="1556792"/>
            <a:ext cx="6734175" cy="3019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14506" y="2060848"/>
            <a:ext cx="384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</a:t>
            </a:r>
            <a:r>
              <a:rPr lang="nl-NL" baseline="-25000" dirty="0" err="1"/>
              <a:t>u</a:t>
            </a:r>
            <a:r>
              <a:rPr lang="nl-NL" dirty="0"/>
              <a:t>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waar hij </a:t>
            </a:r>
            <a:r>
              <a:rPr lang="nl-NL" i="1" dirty="0"/>
              <a:t>net niet</a:t>
            </a:r>
            <a:r>
              <a:rPr lang="nl-NL" dirty="0"/>
              <a:t> instabiel word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7514506" y="2881838"/>
            <a:ext cx="3023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</a:t>
            </a:r>
            <a:r>
              <a:rPr lang="nl-NL" baseline="-25000" dirty="0"/>
              <a:t>u</a:t>
            </a:r>
            <a:r>
              <a:rPr lang="nl-NL" dirty="0"/>
              <a:t> = periode tijd van oscillaties</a:t>
            </a:r>
            <a:endParaRPr lang="en-GB" dirty="0"/>
          </a:p>
        </p:txBody>
      </p:sp>
      <p:sp>
        <p:nvSpPr>
          <p:cNvPr id="11" name="Left-Right Arrow 10"/>
          <p:cNvSpPr/>
          <p:nvPr/>
        </p:nvSpPr>
        <p:spPr>
          <a:xfrm>
            <a:off x="9446542" y="4341410"/>
            <a:ext cx="907196" cy="196612"/>
          </a:xfrm>
          <a:prstGeom prst="leftRightArrow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815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79"/>
    </mc:Choice>
    <mc:Fallback xmlns="">
      <p:transition spd="slow" advTm="97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2">
                    <a:lumMod val="75000"/>
                  </a:schemeClr>
                </a:solidFill>
              </a:rPr>
              <a:t>Trial </a:t>
            </a:r>
            <a:r>
              <a:rPr lang="nl-NL" dirty="0" err="1">
                <a:solidFill>
                  <a:schemeClr val="bg2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bg2">
                    <a:lumMod val="75000"/>
                  </a:schemeClr>
                </a:solidFill>
              </a:rPr>
              <a:t> error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>
                <a:solidFill>
                  <a:schemeClr val="bg2">
                    <a:lumMod val="75000"/>
                  </a:schemeClr>
                </a:solidFill>
              </a:rPr>
              <a:t>Ziegler</a:t>
            </a:r>
            <a:r>
              <a:rPr lang="nl-NL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bg2">
                    <a:lumMod val="75000"/>
                  </a:schemeClr>
                </a:solidFill>
              </a:rPr>
              <a:t> Nicols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Laplace / </a:t>
            </a:r>
            <a:r>
              <a:rPr lang="nl-NL" dirty="0" err="1"/>
              <a:t>statespace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85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520"/>
    </mc:Choice>
    <mc:Fallback xmlns="">
      <p:transition spd="slow" advTm="4452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55440" y="1268760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91544" y="404664"/>
            <a:ext cx="864000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>
            <a:endCxn id="8" idx="2"/>
          </p:cNvCxnSpPr>
          <p:nvPr/>
        </p:nvCxnSpPr>
        <p:spPr>
          <a:xfrm>
            <a:off x="1055440" y="836712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86889" y="404664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f(t)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2166101" y="126876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y(t)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2061680" y="1809690"/>
            <a:ext cx="84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y(0)=0</a:t>
            </a:r>
          </a:p>
          <a:p>
            <a:r>
              <a:rPr lang="nl-NL" dirty="0"/>
              <a:t>y’(0)=0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115654" y="990863"/>
                <a:ext cx="1732397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654" y="990863"/>
                <a:ext cx="1732397" cy="5557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845517" y="2664199"/>
                <a:ext cx="18552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517" y="2664199"/>
                <a:ext cx="1855251" cy="276999"/>
              </a:xfrm>
              <a:prstGeom prst="rect">
                <a:avLst/>
              </a:prstGeom>
              <a:blipFill>
                <a:blip r:embed="rId6"/>
                <a:stretch>
                  <a:fillRect l="-1316" t="-4444" r="-4276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845518" y="3344491"/>
                <a:ext cx="2099229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518" y="3344491"/>
                <a:ext cx="2099229" cy="576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688258" y="4914185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26849" y="448213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F(s)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20136" y="312331"/>
                <a:ext cx="9060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NL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312331"/>
                <a:ext cx="906017" cy="276999"/>
              </a:xfrm>
              <a:prstGeom prst="rect">
                <a:avLst/>
              </a:prstGeom>
              <a:blipFill>
                <a:blip r:embed="rId8"/>
                <a:stretch>
                  <a:fillRect l="-3378" t="-2174" r="-8784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727008" y="4486647"/>
                <a:ext cx="1056624" cy="8550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008" y="4486647"/>
                <a:ext cx="1056624" cy="8550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2855640" y="4914185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33004" y="448213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Y(s)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6719265" y="1891575"/>
            <a:ext cx="210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Laplace </a:t>
            </a:r>
            <a:r>
              <a:rPr lang="nl-NL" dirty="0" err="1"/>
              <a:t>transform</a:t>
            </a:r>
            <a:r>
              <a:rPr lang="nl-NL" dirty="0"/>
              <a:t> -&gt;</a:t>
            </a:r>
            <a:endParaRPr lang="en-GB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6096000" y="5341722"/>
            <a:ext cx="2592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392144" y="4365104"/>
            <a:ext cx="0" cy="194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320136" y="5229200"/>
            <a:ext cx="144016" cy="216024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7315944" y="5229200"/>
            <a:ext cx="148208" cy="216024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126924" y="4450652"/>
                <a:ext cx="704039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nl-NL" sz="1400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nl-NL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sz="1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924" y="4450652"/>
                <a:ext cx="704039" cy="404726"/>
              </a:xfrm>
              <a:prstGeom prst="rect">
                <a:avLst/>
              </a:prstGeom>
              <a:blipFill>
                <a:blip r:embed="rId10"/>
                <a:stretch>
                  <a:fillRect l="-5172" r="-2586" b="-106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4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714"/>
    </mc:Choice>
    <mc:Fallback xmlns="">
      <p:transition spd="slow" advTm="325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P spid="22" grpId="0"/>
      <p:bldP spid="23" grpId="0"/>
      <p:bldP spid="24" grpId="0" animBg="1"/>
      <p:bldP spid="27" grpId="0"/>
      <p:bldP spid="30" grpId="0"/>
      <p:bldP spid="42" grpId="0"/>
    </p:bldLst>
  </p:timing>
  <p:extLst>
    <p:ext uri="{3A86A75C-4F4B-4683-9AE1-C65F6400EC91}">
      <p14:laserTraceLst xmlns:p14="http://schemas.microsoft.com/office/powerpoint/2010/main">
        <p14:tracePtLst>
          <p14:tracePt t="219918" x="9721850" y="5537200"/>
          <p14:tracePt t="220125" x="9715500" y="5537200"/>
          <p14:tracePt t="220150" x="9709150" y="5537200"/>
          <p14:tracePt t="220166" x="9702800" y="5537200"/>
          <p14:tracePt t="220174" x="9696450" y="5543550"/>
          <p14:tracePt t="220186" x="9677400" y="5549900"/>
          <p14:tracePt t="220203" x="9671050" y="5562600"/>
          <p14:tracePt t="220219" x="9645650" y="5575300"/>
          <p14:tracePt t="220237" x="9601200" y="5600700"/>
          <p14:tracePt t="220253" x="9575800" y="5607050"/>
          <p14:tracePt t="220269" x="9544050" y="5619750"/>
          <p14:tracePt t="220286" x="9493250" y="5632450"/>
          <p14:tracePt t="220302" x="9429750" y="5657850"/>
          <p14:tracePt t="220306" x="9410700" y="5664200"/>
          <p14:tracePt t="220319" x="9391650" y="5664200"/>
          <p14:tracePt t="220335" x="9359900" y="5676900"/>
          <p14:tracePt t="220352" x="9347200" y="5683250"/>
          <p14:tracePt t="220397" x="9340850" y="5683250"/>
          <p14:tracePt t="220405" x="9334500" y="5683250"/>
          <p14:tracePt t="220420" x="9321800" y="5689600"/>
          <p14:tracePt t="220437" x="9302750" y="5689600"/>
          <p14:tracePt t="225237" x="9296400" y="5695950"/>
          <p14:tracePt t="225249" x="9290050" y="5702300"/>
          <p14:tracePt t="225261" x="9283700" y="5702300"/>
          <p14:tracePt t="225273" x="9277350" y="5708650"/>
          <p14:tracePt t="225290" x="9271000" y="5715000"/>
          <p14:tracePt t="225307" x="9258300" y="5721350"/>
          <p14:tracePt t="225324" x="9251950" y="5734050"/>
          <p14:tracePt t="225341" x="9245600" y="5734050"/>
          <p14:tracePt t="225357" x="9239250" y="5746750"/>
          <p14:tracePt t="225374" x="9232900" y="5753100"/>
          <p14:tracePt t="225391" x="9226550" y="5759450"/>
          <p14:tracePt t="225408" x="9220200" y="5772150"/>
          <p14:tracePt t="225424" x="9213850" y="5778500"/>
          <p14:tracePt t="225933" x="9220200" y="5778500"/>
          <p14:tracePt t="225981" x="9226550" y="5772150"/>
          <p14:tracePt t="226005" x="9232900" y="5765800"/>
          <p14:tracePt t="226231" x="9226550" y="5765800"/>
          <p14:tracePt t="226247" x="9220200" y="5765800"/>
          <p14:tracePt t="226255" x="9201150" y="5765800"/>
          <p14:tracePt t="226263" x="9188450" y="5765800"/>
          <p14:tracePt t="226276" x="9163050" y="5765800"/>
          <p14:tracePt t="226291" x="9112250" y="5772150"/>
          <p14:tracePt t="226308" x="9086850" y="5772150"/>
          <p14:tracePt t="226325" x="9080500" y="5772150"/>
          <p14:tracePt t="226367" x="9067800" y="5772150"/>
          <p14:tracePt t="226374" x="9061450" y="5772150"/>
          <p14:tracePt t="226382" x="9042400" y="5778500"/>
          <p14:tracePt t="226392" x="9036050" y="5778500"/>
          <p14:tracePt t="226409" x="9010650" y="5784850"/>
          <p14:tracePt t="226426" x="8991600" y="5784850"/>
          <p14:tracePt t="226442" x="8966200" y="5784850"/>
          <p14:tracePt t="226459" x="8909050" y="5784850"/>
          <p14:tracePt t="226476" x="8890000" y="5784850"/>
          <p14:tracePt t="226493" x="8839200" y="5784850"/>
          <p14:tracePt t="226509" x="8826500" y="5784850"/>
          <p14:tracePt t="226541" x="8813800" y="5784850"/>
          <p14:tracePt t="226558" x="8801100" y="5772150"/>
          <p14:tracePt t="226575" x="8788400" y="5746750"/>
          <p14:tracePt t="226592" x="8763000" y="5740400"/>
          <p14:tracePt t="226609" x="8756650" y="5734050"/>
          <p14:tracePt t="226626" x="8743950" y="5734050"/>
          <p14:tracePt t="226642" x="8724900" y="5727700"/>
          <p14:tracePt t="226659" x="8699500" y="5715000"/>
          <p14:tracePt t="226675" x="8655050" y="5695950"/>
          <p14:tracePt t="226693" x="8585200" y="5670550"/>
          <p14:tracePt t="226708" x="8547100" y="5657850"/>
          <p14:tracePt t="226725" x="8496300" y="5651500"/>
          <p14:tracePt t="226742" x="8477250" y="5638800"/>
          <p14:tracePt t="226759" x="8458200" y="5638800"/>
          <p14:tracePt t="226775" x="8439150" y="5626100"/>
          <p14:tracePt t="226792" x="8420100" y="5626100"/>
          <p14:tracePt t="226809" x="8375650" y="5607050"/>
          <p14:tracePt t="226826" x="8337550" y="5594350"/>
          <p14:tracePt t="226842" x="8280400" y="5581650"/>
          <p14:tracePt t="226859" x="8229600" y="5568950"/>
          <p14:tracePt t="226876" x="8210550" y="5562600"/>
          <p14:tracePt t="226893" x="8128000" y="5549900"/>
          <p14:tracePt t="226909" x="8077200" y="5549900"/>
          <p14:tracePt t="226925" x="8032750" y="5549900"/>
          <p14:tracePt t="226942" x="8020050" y="5549900"/>
          <p14:tracePt t="226959" x="8013700" y="5549900"/>
          <p14:tracePt t="227015" x="8007350" y="5549900"/>
          <p14:tracePt t="227023" x="8001000" y="5556250"/>
          <p14:tracePt t="227047" x="7994650" y="5562600"/>
          <p14:tracePt t="227096" x="8001000" y="5562600"/>
          <p14:tracePt t="227111" x="8013700" y="5562600"/>
          <p14:tracePt t="227118" x="8026400" y="5556250"/>
          <p14:tracePt t="227126" x="8051800" y="5549900"/>
          <p14:tracePt t="227142" x="8083550" y="5518150"/>
          <p14:tracePt t="227159" x="8128000" y="5486400"/>
          <p14:tracePt t="227176" x="8159750" y="5441950"/>
          <p14:tracePt t="227193" x="8191500" y="5391150"/>
          <p14:tracePt t="227209" x="8204200" y="5359400"/>
          <p14:tracePt t="227226" x="8216900" y="5334000"/>
          <p14:tracePt t="227243" x="8216900" y="5314950"/>
          <p14:tracePt t="227259" x="8235950" y="5232400"/>
          <p14:tracePt t="227276" x="8255000" y="5194300"/>
          <p14:tracePt t="227293" x="8267700" y="5118100"/>
          <p14:tracePt t="227309" x="8274050" y="5048250"/>
          <p14:tracePt t="227326" x="8280400" y="4997450"/>
          <p14:tracePt t="227343" x="8280400" y="4978400"/>
          <p14:tracePt t="227359" x="8280400" y="4965700"/>
          <p14:tracePt t="227376" x="8274050" y="4953000"/>
          <p14:tracePt t="227393" x="8267700" y="4953000"/>
          <p14:tracePt t="227411" x="8255000" y="4940300"/>
          <p14:tracePt t="227427" x="8248650" y="4902200"/>
          <p14:tracePt t="227443" x="8242300" y="4876800"/>
          <p14:tracePt t="227460" x="8172450" y="4806950"/>
          <p14:tracePt t="227477" x="8121650" y="4775200"/>
          <p14:tracePt t="227493" x="8083550" y="4749800"/>
          <p14:tracePt t="227510" x="8070850" y="4743450"/>
          <p14:tracePt t="227549" x="8058150" y="4743450"/>
          <p14:tracePt t="227559" x="8051800" y="4730750"/>
          <p14:tracePt t="227576" x="8001000" y="4718050"/>
          <p14:tracePt t="227593" x="7956550" y="4711700"/>
          <p14:tracePt t="227609" x="7886700" y="4699000"/>
          <p14:tracePt t="227626" x="7854950" y="4686300"/>
          <p14:tracePt t="227643" x="7804150" y="4673600"/>
          <p14:tracePt t="227660" x="7772400" y="4654550"/>
          <p14:tracePt t="227677" x="7683500" y="4616450"/>
          <p14:tracePt t="227693" x="7588250" y="4572000"/>
          <p14:tracePt t="227710" x="7461250" y="4527550"/>
          <p14:tracePt t="227727" x="7359650" y="4495800"/>
          <p14:tracePt t="227743" x="7302500" y="4489450"/>
          <p14:tracePt t="227760" x="7277100" y="4489450"/>
          <p14:tracePt t="227776" x="7245350" y="4489450"/>
          <p14:tracePt t="227793" x="7200900" y="4489450"/>
          <p14:tracePt t="227797" x="7169150" y="4489450"/>
          <p14:tracePt t="227810" x="7137400" y="4489450"/>
          <p14:tracePt t="227826" x="7080250" y="4489450"/>
          <p14:tracePt t="227843" x="6921500" y="4495800"/>
          <p14:tracePt t="227860" x="6877050" y="4502150"/>
          <p14:tracePt t="227876" x="6813550" y="4514850"/>
          <p14:tracePt t="227893" x="6775450" y="4527550"/>
          <p14:tracePt t="227910" x="6699250" y="4565650"/>
          <p14:tracePt t="227927" x="6623050" y="4610100"/>
          <p14:tracePt t="227943" x="6572250" y="4673600"/>
          <p14:tracePt t="227960" x="6546850" y="4705350"/>
          <p14:tracePt t="227976" x="6534150" y="4724400"/>
          <p14:tracePt t="227993" x="6534150" y="4743450"/>
          <p14:tracePt t="228010" x="6534150" y="4775200"/>
          <p14:tracePt t="228027" x="6534150" y="4813300"/>
          <p14:tracePt t="228043" x="6565900" y="4870450"/>
          <p14:tracePt t="228061" x="6578600" y="4959350"/>
          <p14:tracePt t="228077" x="6584950" y="5022850"/>
          <p14:tracePt t="228094" x="6604000" y="5080000"/>
          <p14:tracePt t="228110" x="6623050" y="5130800"/>
          <p14:tracePt t="228127" x="6642100" y="5168900"/>
          <p14:tracePt t="228144" x="6661150" y="5187950"/>
          <p14:tracePt t="228161" x="6692900" y="5232400"/>
          <p14:tracePt t="228177" x="6711950" y="5257800"/>
          <p14:tracePt t="228193" x="6724650" y="5270500"/>
          <p14:tracePt t="228210" x="6750050" y="5295900"/>
          <p14:tracePt t="228227" x="6826250" y="5321300"/>
          <p14:tracePt t="228243" x="6858000" y="5327650"/>
          <p14:tracePt t="228261" x="6940550" y="5353050"/>
          <p14:tracePt t="228277" x="7023100" y="5378450"/>
          <p14:tracePt t="228294" x="7112000" y="5397500"/>
          <p14:tracePt t="228311" x="7162800" y="5403850"/>
          <p14:tracePt t="228328" x="7207250" y="5416550"/>
          <p14:tracePt t="228344" x="7277100" y="5435600"/>
          <p14:tracePt t="228361" x="7353300" y="5448300"/>
          <p14:tracePt t="228378" x="7435850" y="5461000"/>
          <p14:tracePt t="228394" x="7473950" y="5473700"/>
          <p14:tracePt t="228411" x="7524750" y="5486400"/>
          <p14:tracePt t="228427" x="7556500" y="5492750"/>
          <p14:tracePt t="228444" x="7575550" y="5499100"/>
          <p14:tracePt t="228461" x="7607300" y="5505450"/>
          <p14:tracePt t="228477" x="7626350" y="5505450"/>
          <p14:tracePt t="228494" x="7664450" y="5505450"/>
          <p14:tracePt t="228511" x="7683500" y="5505450"/>
          <p14:tracePt t="228527" x="7715250" y="5499100"/>
          <p14:tracePt t="228544" x="7766050" y="5486400"/>
          <p14:tracePt t="228561" x="7810500" y="5448300"/>
          <p14:tracePt t="228577" x="7842250" y="5429250"/>
          <p14:tracePt t="228594" x="7861300" y="5397500"/>
          <p14:tracePt t="228610" x="7880350" y="5346700"/>
          <p14:tracePt t="228627" x="7886700" y="5308600"/>
          <p14:tracePt t="228644" x="7893050" y="5245100"/>
          <p14:tracePt t="228661" x="7893050" y="5194300"/>
          <p14:tracePt t="228677" x="7893050" y="5149850"/>
          <p14:tracePt t="228694" x="7886700" y="5111750"/>
          <p14:tracePt t="228710" x="7880350" y="5092700"/>
          <p14:tracePt t="228727" x="7867650" y="5060950"/>
          <p14:tracePt t="228744" x="7861300" y="5060950"/>
          <p14:tracePt t="228761" x="7842250" y="5060950"/>
          <p14:tracePt t="228778" x="7823200" y="5060950"/>
          <p14:tracePt t="228794" x="7791450" y="5060950"/>
          <p14:tracePt t="228798" x="7753350" y="5073650"/>
          <p14:tracePt t="228811" x="7721600" y="5092700"/>
          <p14:tracePt t="228827" x="7670800" y="5105400"/>
          <p14:tracePt t="228844" x="7588250" y="5124450"/>
          <p14:tracePt t="228861" x="7442200" y="5175250"/>
          <p14:tracePt t="228877" x="7366000" y="5207000"/>
          <p14:tracePt t="228894" x="7321550" y="5226050"/>
          <p14:tracePt t="228911" x="7302500" y="5226050"/>
          <p14:tracePt t="228928" x="7258050" y="5226050"/>
          <p14:tracePt t="228944" x="7207250" y="5226050"/>
          <p14:tracePt t="228961" x="7105650" y="5226050"/>
          <p14:tracePt t="228978" x="6959600" y="5219700"/>
          <p14:tracePt t="228995" x="6724650" y="5207000"/>
          <p14:tracePt t="229011" x="6654800" y="5207000"/>
          <p14:tracePt t="229028" x="6546850" y="5207000"/>
          <p14:tracePt t="229045" x="6508750" y="5213350"/>
          <p14:tracePt t="229061" x="6483350" y="5232400"/>
          <p14:tracePt t="229078" x="6457950" y="5264150"/>
          <p14:tracePt t="229095" x="6419850" y="5289550"/>
          <p14:tracePt t="229111" x="6400800" y="5308600"/>
          <p14:tracePt t="229128" x="6381750" y="5314950"/>
          <p14:tracePt t="229144" x="6369050" y="5321300"/>
          <p14:tracePt t="229206" x="6350000" y="5321300"/>
          <p14:tracePt t="229213" x="6343650" y="5321300"/>
          <p14:tracePt t="229229" x="6318250" y="5314950"/>
          <p14:tracePt t="229245" x="6311900" y="5308600"/>
          <p14:tracePt t="229294" x="6305550" y="5308600"/>
          <p14:tracePt t="229375" x="6305550" y="5314950"/>
          <p14:tracePt t="229382" x="6305550" y="5321300"/>
          <p14:tracePt t="229395" x="6318250" y="5334000"/>
          <p14:tracePt t="229412" x="6375400" y="5346700"/>
          <p14:tracePt t="229429" x="6445250" y="5353050"/>
          <p14:tracePt t="229445" x="6502400" y="5353050"/>
          <p14:tracePt t="229462" x="6559550" y="5359400"/>
          <p14:tracePt t="229478" x="6629400" y="5359400"/>
          <p14:tracePt t="229495" x="6724650" y="5365750"/>
          <p14:tracePt t="229511" x="6864350" y="5378450"/>
          <p14:tracePt t="229528" x="7061200" y="5378450"/>
          <p14:tracePt t="229545" x="7239000" y="5378450"/>
          <p14:tracePt t="229562" x="7385050" y="5378450"/>
          <p14:tracePt t="229579" x="7505700" y="5384800"/>
          <p14:tracePt t="229596" x="7607300" y="5397500"/>
          <p14:tracePt t="229613" x="7734300" y="5403850"/>
          <p14:tracePt t="229629" x="7829550" y="5410200"/>
          <p14:tracePt t="229645" x="7943850" y="5410200"/>
          <p14:tracePt t="229661" x="8032750" y="5410200"/>
          <p14:tracePt t="229678" x="8102600" y="5410200"/>
          <p14:tracePt t="229695" x="8185150" y="5416550"/>
          <p14:tracePt t="229712" x="8305800" y="5435600"/>
          <p14:tracePt t="229728" x="8566150" y="5486400"/>
          <p14:tracePt t="229745" x="8883650" y="5556250"/>
          <p14:tracePt t="229762" x="9086850" y="5594350"/>
          <p14:tracePt t="229779" x="9201150" y="5607050"/>
          <p14:tracePt t="229831" x="9194800" y="5607050"/>
          <p14:tracePt t="229848" x="9188450" y="5600700"/>
          <p14:tracePt t="229950" x="9175750" y="5600700"/>
          <p14:tracePt t="229958" x="9144000" y="5600700"/>
          <p14:tracePt t="229966" x="9131300" y="5600700"/>
          <p14:tracePt t="229979" x="9093200" y="5600700"/>
          <p14:tracePt t="229995" x="8959850" y="5600700"/>
          <p14:tracePt t="230012" x="8750300" y="5594350"/>
          <p14:tracePt t="230029" x="8464550" y="5568950"/>
          <p14:tracePt t="230046" x="8337550" y="5556250"/>
          <p14:tracePt t="230062" x="8267700" y="5556250"/>
          <p14:tracePt t="230079" x="8197850" y="5556250"/>
          <p14:tracePt t="230095" x="8115300" y="5556250"/>
          <p14:tracePt t="230112" x="7988300" y="5556250"/>
          <p14:tracePt t="230129" x="7785100" y="5575300"/>
          <p14:tracePt t="230145" x="7575550" y="5581650"/>
          <p14:tracePt t="230162" x="7410450" y="5588000"/>
          <p14:tracePt t="230179" x="7302500" y="5588000"/>
          <p14:tracePt t="230195" x="7245350" y="5588000"/>
          <p14:tracePt t="230212" x="7219950" y="5588000"/>
          <p14:tracePt t="230229" x="7137400" y="5588000"/>
          <p14:tracePt t="230246" x="7029450" y="5588000"/>
          <p14:tracePt t="230262" x="6864350" y="5562600"/>
          <p14:tracePt t="230280" x="6705600" y="5543550"/>
          <p14:tracePt t="230295" x="6559550" y="5518150"/>
          <p14:tracePt t="230313" x="6375400" y="5467350"/>
          <p14:tracePt t="230329" x="6330950" y="5461000"/>
          <p14:tracePt t="230345" x="6292850" y="5454650"/>
          <p14:tracePt t="230362" x="6280150" y="5454650"/>
          <p14:tracePt t="230379" x="6261100" y="5454650"/>
          <p14:tracePt t="230396" x="6229350" y="5454650"/>
          <p14:tracePt t="230412" x="6203950" y="5454650"/>
          <p14:tracePt t="230429" x="6197600" y="5461000"/>
          <p14:tracePt t="230493" x="6203950" y="5461000"/>
          <p14:tracePt t="230501" x="6210300" y="5454650"/>
          <p14:tracePt t="230517" x="6216650" y="5454650"/>
          <p14:tracePt t="230529" x="6216650" y="5448300"/>
          <p14:tracePt t="230546" x="6242050" y="5435600"/>
          <p14:tracePt t="230563" x="6286500" y="5416550"/>
          <p14:tracePt t="230579" x="6362700" y="5397500"/>
          <p14:tracePt t="230596" x="6496050" y="5391150"/>
          <p14:tracePt t="230613" x="6648450" y="5378450"/>
          <p14:tracePt t="230629" x="6838950" y="5378450"/>
          <p14:tracePt t="230646" x="7023100" y="5378450"/>
          <p14:tracePt t="230663" x="7188200" y="5372100"/>
          <p14:tracePt t="230680" x="7340600" y="5353050"/>
          <p14:tracePt t="230697" x="7518400" y="5353050"/>
          <p14:tracePt t="230713" x="7689850" y="5353050"/>
          <p14:tracePt t="230730" x="7810500" y="5353050"/>
          <p14:tracePt t="230746" x="7854950" y="5353050"/>
          <p14:tracePt t="230763" x="7874000" y="5353050"/>
          <p14:tracePt t="230779" x="7918450" y="5353050"/>
          <p14:tracePt t="230796" x="8077200" y="5353050"/>
          <p14:tracePt t="230813" x="8343900" y="5378450"/>
          <p14:tracePt t="230829" x="8610600" y="5397500"/>
          <p14:tracePt t="230846" x="8756650" y="5397500"/>
          <p14:tracePt t="230863" x="8769350" y="5397500"/>
          <p14:tracePt t="230886" x="8769350" y="5391150"/>
          <p14:tracePt t="230915" x="8763000" y="5391150"/>
          <p14:tracePt t="230927" x="8756650" y="5391150"/>
          <p14:tracePt t="231239" x="8750300" y="5391150"/>
          <p14:tracePt t="231271" x="8743950" y="5391150"/>
          <p14:tracePt t="231755" x="8743950" y="5397500"/>
          <p14:tracePt t="231767" x="8731250" y="5403850"/>
          <p14:tracePt t="231774" x="8724900" y="5403850"/>
          <p14:tracePt t="231784" x="8699500" y="5416550"/>
          <p14:tracePt t="231798" x="8642350" y="5422900"/>
          <p14:tracePt t="231814" x="8528050" y="5422900"/>
          <p14:tracePt t="231830" x="8356600" y="5422900"/>
          <p14:tracePt t="231847" x="8121650" y="5422900"/>
          <p14:tracePt t="231863" x="7823200" y="5422900"/>
          <p14:tracePt t="231881" x="7562850" y="5422900"/>
          <p14:tracePt t="231898" x="7378700" y="5435600"/>
          <p14:tracePt t="231914" x="7232650" y="5435600"/>
          <p14:tracePt t="231931" x="7124700" y="5441950"/>
          <p14:tracePt t="231947" x="6946900" y="5448300"/>
          <p14:tracePt t="231964" x="6794500" y="5448300"/>
          <p14:tracePt t="231981" x="6572250" y="5448300"/>
          <p14:tracePt t="231998" x="6223000" y="5448300"/>
          <p14:tracePt t="232014" x="5810250" y="5448300"/>
          <p14:tracePt t="232031" x="5422900" y="5435600"/>
          <p14:tracePt t="232047" x="5168900" y="5410200"/>
          <p14:tracePt t="232064" x="5016500" y="5403850"/>
          <p14:tracePt t="232081" x="4902200" y="5403850"/>
          <p14:tracePt t="232097" x="4775200" y="5403850"/>
          <p14:tracePt t="232114" x="4603750" y="5403850"/>
          <p14:tracePt t="232131" x="4381500" y="5378450"/>
          <p14:tracePt t="232147" x="4152900" y="5346700"/>
          <p14:tracePt t="232166" x="3911600" y="5289550"/>
          <p14:tracePt t="232181" x="3771900" y="5264150"/>
          <p14:tracePt t="232197" x="3613150" y="5238750"/>
          <p14:tracePt t="232214" x="3441700" y="5232400"/>
          <p14:tracePt t="232231" x="3263900" y="5232400"/>
          <p14:tracePt t="232248" x="3092450" y="5232400"/>
          <p14:tracePt t="232265" x="2825750" y="5232400"/>
          <p14:tracePt t="232281" x="2641600" y="5232400"/>
          <p14:tracePt t="232297" x="2571750" y="5232400"/>
          <p14:tracePt t="232314" x="2489200" y="5232400"/>
          <p14:tracePt t="232331" x="2482850" y="5232400"/>
          <p14:tracePt t="232391" x="2476500" y="5232400"/>
          <p14:tracePt t="232423" x="2463800" y="5232400"/>
          <p14:tracePt t="232470" x="2451100" y="5245100"/>
          <p14:tracePt t="232478" x="2438400" y="5245100"/>
          <p14:tracePt t="232485" x="2438400" y="5251450"/>
          <p14:tracePt t="232498" x="2425700" y="5251450"/>
          <p14:tracePt t="232514" x="2419350" y="5257800"/>
          <p14:tracePt t="232558" x="2432050" y="5257800"/>
          <p14:tracePt t="232566" x="2451100" y="5251450"/>
          <p14:tracePt t="232574" x="2457450" y="5245100"/>
          <p14:tracePt t="232583" x="2470150" y="5238750"/>
          <p14:tracePt t="232598" x="2482850" y="5232400"/>
          <p14:tracePt t="232615" x="2489200" y="5226050"/>
          <p14:tracePt t="232632" x="2495550" y="5219700"/>
          <p14:tracePt t="232649" x="2527300" y="5219700"/>
          <p14:tracePt t="232682" x="2533650" y="5219700"/>
          <p14:tracePt t="232698" x="2540000" y="5219700"/>
          <p14:tracePt t="232725" x="2546350" y="5213350"/>
          <p14:tracePt t="232830" x="2552700" y="5213350"/>
          <p14:tracePt t="232854" x="2559050" y="5213350"/>
          <p14:tracePt t="232886" x="2565400" y="5213350"/>
          <p14:tracePt t="232905" x="2571750" y="5213350"/>
          <p14:tracePt t="232941" x="2578100" y="5207000"/>
          <p14:tracePt t="232958" x="2584450" y="5207000"/>
          <p14:tracePt t="232967" x="2590800" y="5200650"/>
          <p14:tracePt t="232983" x="2597150" y="5200650"/>
          <p14:tracePt t="232989" x="2603500" y="5194300"/>
          <p14:tracePt t="232998" x="2609850" y="5194300"/>
          <p14:tracePt t="233015" x="2616200" y="5187950"/>
          <p14:tracePt t="233032" x="2622550" y="5187950"/>
          <p14:tracePt t="233048" x="2628900" y="5181600"/>
          <p14:tracePt t="233065" x="2635250" y="5181600"/>
          <p14:tracePt t="233098" x="2635250" y="5168900"/>
          <p14:tracePt t="233115" x="2641600" y="5168900"/>
          <p14:tracePt t="233134" x="2641600" y="5162550"/>
          <p14:tracePt t="233206" x="2641600" y="5156200"/>
          <p14:tracePt t="233214" x="2641600" y="5149850"/>
          <p14:tracePt t="233231" x="2641600" y="5143500"/>
          <p14:tracePt t="233238" x="2641600" y="5137150"/>
          <p14:tracePt t="233249" x="2641600" y="5130800"/>
          <p14:tracePt t="233266" x="2641600" y="5124450"/>
          <p14:tracePt t="233294" x="2641600" y="5118100"/>
          <p14:tracePt t="233318" x="2641600" y="5111750"/>
          <p14:tracePt t="233325" x="2641600" y="5105400"/>
          <p14:tracePt t="233334" x="2641600" y="5092700"/>
          <p14:tracePt t="233349" x="2635250" y="5080000"/>
          <p14:tracePt t="233366" x="2622550" y="5073650"/>
          <p14:tracePt t="233383" x="2616200" y="5060950"/>
          <p14:tracePt t="233399" x="2603500" y="5054600"/>
          <p14:tracePt t="233416" x="2597150" y="5048250"/>
          <p14:tracePt t="233433" x="2584450" y="5041900"/>
          <p14:tracePt t="233449" x="2559050" y="5029200"/>
          <p14:tracePt t="233467" x="2533650" y="5016500"/>
          <p14:tracePt t="233483" x="2508250" y="4997450"/>
          <p14:tracePt t="233499" x="2489200" y="4984750"/>
          <p14:tracePt t="233517" x="2476500" y="4978400"/>
          <p14:tracePt t="233550" x="2463800" y="4965700"/>
          <p14:tracePt t="233566" x="2463800" y="4959350"/>
          <p14:tracePt t="233582" x="2457450" y="4953000"/>
          <p14:tracePt t="233599" x="2444750" y="4946650"/>
          <p14:tracePt t="233616" x="2432050" y="4940300"/>
          <p14:tracePt t="233633" x="2413000" y="4933950"/>
          <p14:tracePt t="233649" x="2362200" y="4914900"/>
          <p14:tracePt t="233666" x="2324100" y="4908550"/>
          <p14:tracePt t="233683" x="2298700" y="4902200"/>
          <p14:tracePt t="233699" x="2292350" y="4895850"/>
          <p14:tracePt t="233717" x="2279650" y="4895850"/>
          <p14:tracePt t="233735" x="2273300" y="4895850"/>
          <p14:tracePt t="233749" x="2254250" y="4895850"/>
          <p14:tracePt t="233766" x="2235200" y="4908550"/>
          <p14:tracePt t="233782" x="2216150" y="4914900"/>
          <p14:tracePt t="233799" x="2209800" y="4921250"/>
          <p14:tracePt t="233816" x="2197100" y="4927600"/>
          <p14:tracePt t="233833" x="2190750" y="4927600"/>
          <p14:tracePt t="233850" x="2184400" y="4940300"/>
          <p14:tracePt t="233866" x="2171700" y="4940300"/>
          <p14:tracePt t="233883" x="2152650" y="4953000"/>
          <p14:tracePt t="233900" x="2127250" y="4965700"/>
          <p14:tracePt t="233917" x="2114550" y="4978400"/>
          <p14:tracePt t="233933" x="2108200" y="4978400"/>
          <p14:tracePt t="233949" x="2095500" y="4984750"/>
          <p14:tracePt t="233966" x="2095500" y="4991100"/>
          <p14:tracePt t="233983" x="2076450" y="5003800"/>
          <p14:tracePt t="233999" x="2063750" y="5016500"/>
          <p14:tracePt t="234016" x="2051050" y="5035550"/>
          <p14:tracePt t="234033" x="2038350" y="5060950"/>
          <p14:tracePt t="234049" x="2032000" y="5067300"/>
          <p14:tracePt t="234067" x="2032000" y="5080000"/>
          <p14:tracePt t="234083" x="2025650" y="5099050"/>
          <p14:tracePt t="234100" x="2025650" y="5130800"/>
          <p14:tracePt t="234117" x="2025650" y="5168900"/>
          <p14:tracePt t="234133" x="2025650" y="5194300"/>
          <p14:tracePt t="234149" x="2025650" y="5207000"/>
          <p14:tracePt t="234166" x="2025650" y="5226050"/>
          <p14:tracePt t="234183" x="2025650" y="5238750"/>
          <p14:tracePt t="234218" x="2038350" y="5257800"/>
          <p14:tracePt t="234233" x="2070100" y="5276850"/>
          <p14:tracePt t="234250" x="2082800" y="5289550"/>
          <p14:tracePt t="234266" x="2101850" y="5295900"/>
          <p14:tracePt t="234283" x="2114550" y="5302250"/>
          <p14:tracePt t="234300" x="2139950" y="5314950"/>
          <p14:tracePt t="234317" x="2171700" y="5321300"/>
          <p14:tracePt t="234333" x="2216150" y="5327650"/>
          <p14:tracePt t="234350" x="2254250" y="5340350"/>
          <p14:tracePt t="234366" x="2273300" y="5340350"/>
          <p14:tracePt t="234383" x="2292350" y="5346700"/>
          <p14:tracePt t="234400" x="2311400" y="5353050"/>
          <p14:tracePt t="234417" x="2355850" y="5353050"/>
          <p14:tracePt t="234433" x="2368550" y="5353050"/>
          <p14:tracePt t="234450" x="2400300" y="5353050"/>
          <p14:tracePt t="234466" x="2425700" y="5359400"/>
          <p14:tracePt t="234483" x="2444750" y="5365750"/>
          <p14:tracePt t="234500" x="2451100" y="5365750"/>
          <p14:tracePt t="234517" x="2470150" y="5365750"/>
          <p14:tracePt t="234534" x="2482850" y="5365750"/>
          <p14:tracePt t="234550" x="2495550" y="5365750"/>
          <p14:tracePt t="234567" x="2527300" y="5359400"/>
          <p14:tracePt t="234583" x="2546350" y="5346700"/>
          <p14:tracePt t="234600" x="2552700" y="5346700"/>
          <p14:tracePt t="234617" x="2565400" y="5334000"/>
          <p14:tracePt t="234650" x="2578100" y="5327650"/>
          <p14:tracePt t="234667" x="2590800" y="5321300"/>
          <p14:tracePt t="234684" x="2597150" y="5308600"/>
          <p14:tracePt t="234700" x="2603500" y="5308600"/>
          <p14:tracePt t="234717" x="2609850" y="5295900"/>
          <p14:tracePt t="234733" x="2616200" y="5289550"/>
          <p14:tracePt t="234750" x="2622550" y="5289550"/>
          <p14:tracePt t="234767" x="2635250" y="5276850"/>
          <p14:tracePt t="234783" x="2635250" y="5270500"/>
          <p14:tracePt t="234801" x="2641600" y="5245100"/>
          <p14:tracePt t="234817" x="2641600" y="5238750"/>
          <p14:tracePt t="234833" x="2647950" y="5226050"/>
          <p14:tracePt t="234850" x="2647950" y="5219700"/>
          <p14:tracePt t="234867" x="2647950" y="5207000"/>
          <p14:tracePt t="234884" x="2647950" y="5200650"/>
          <p14:tracePt t="234901" x="2647950" y="5187950"/>
          <p14:tracePt t="234938" x="2647950" y="5181600"/>
          <p14:tracePt t="234954" x="2647950" y="5168900"/>
          <p14:tracePt t="234969" x="2647950" y="5162550"/>
          <p14:tracePt t="234984" x="2647950" y="5156200"/>
          <p14:tracePt t="235001" x="2647950" y="5143500"/>
          <p14:tracePt t="235033" x="2647950" y="5137150"/>
          <p14:tracePt t="235053" x="2641600" y="5130800"/>
          <p14:tracePt t="235069" x="2641600" y="5124450"/>
          <p14:tracePt t="235084" x="2641600" y="5118100"/>
          <p14:tracePt t="235101" x="2628900" y="5105400"/>
          <p14:tracePt t="235117" x="2628900" y="5099050"/>
          <p14:tracePt t="235134" x="2622550" y="5092700"/>
          <p14:tracePt t="235151" x="2616200" y="5086350"/>
          <p14:tracePt t="235168" x="2609850" y="5080000"/>
          <p14:tracePt t="235184" x="2603500" y="5073650"/>
          <p14:tracePt t="235200" x="2597150" y="5067300"/>
          <p14:tracePt t="235218" x="2584450" y="5054600"/>
          <p14:tracePt t="235250" x="2571750" y="5041900"/>
          <p14:tracePt t="235267" x="2565400" y="5041900"/>
          <p14:tracePt t="235284" x="2552700" y="5029200"/>
          <p14:tracePt t="235301" x="2533650" y="5022850"/>
          <p14:tracePt t="235318" x="2514600" y="5010150"/>
          <p14:tracePt t="235335" x="2489200" y="5003800"/>
          <p14:tracePt t="235351" x="2476500" y="4991100"/>
          <p14:tracePt t="235367" x="2463800" y="4991100"/>
          <p14:tracePt t="235384" x="2444750" y="4991100"/>
          <p14:tracePt t="235400" x="2432050" y="4991100"/>
          <p14:tracePt t="235417" x="2406650" y="4978400"/>
          <p14:tracePt t="235435" x="2381250" y="4978400"/>
          <p14:tracePt t="235451" x="2355850" y="4972050"/>
          <p14:tracePt t="235469" x="2330450" y="4965700"/>
          <p14:tracePt t="235485" x="2305050" y="4965700"/>
          <p14:tracePt t="235501" x="2286000" y="4965700"/>
          <p14:tracePt t="235518" x="2260600" y="4965700"/>
          <p14:tracePt t="235535" x="2247900" y="4965700"/>
          <p14:tracePt t="235551" x="2228850" y="4965700"/>
          <p14:tracePt t="235568" x="2209800" y="4965700"/>
          <p14:tracePt t="235584" x="2190750" y="4965700"/>
          <p14:tracePt t="235601" x="2165350" y="4978400"/>
          <p14:tracePt t="235618" x="2139950" y="4991100"/>
          <p14:tracePt t="235634" x="2114550" y="5010150"/>
          <p14:tracePt t="235651" x="2095500" y="5022850"/>
          <p14:tracePt t="235667" x="2089150" y="5029200"/>
          <p14:tracePt t="235684" x="2076450" y="5035550"/>
          <p14:tracePt t="235701" x="2057400" y="5041900"/>
          <p14:tracePt t="235718" x="2057400" y="5048250"/>
          <p14:tracePt t="235734" x="2051050" y="5054600"/>
          <p14:tracePt t="235752" x="2032000" y="5067300"/>
          <p14:tracePt t="235767" x="2019300" y="5067300"/>
          <p14:tracePt t="235784" x="2006600" y="5080000"/>
          <p14:tracePt t="235801" x="2000250" y="5086350"/>
          <p14:tracePt t="235818" x="2000250" y="5092700"/>
          <p14:tracePt t="235821" x="1993900" y="5099050"/>
          <p14:tracePt t="235834" x="1993900" y="5111750"/>
          <p14:tracePt t="235851" x="1993900" y="5124450"/>
          <p14:tracePt t="235868" x="1993900" y="5137150"/>
          <p14:tracePt t="235885" x="1993900" y="5162550"/>
          <p14:tracePt t="235901" x="2000250" y="5181600"/>
          <p14:tracePt t="235918" x="2012950" y="5200650"/>
          <p14:tracePt t="235934" x="2038350" y="5226050"/>
          <p14:tracePt t="235951" x="2082800" y="5264150"/>
          <p14:tracePt t="235968" x="2089150" y="5270500"/>
          <p14:tracePt t="235984" x="2114550" y="5295900"/>
          <p14:tracePt t="236001" x="2139950" y="5314950"/>
          <p14:tracePt t="236018" x="2165350" y="5334000"/>
          <p14:tracePt t="236034" x="2184400" y="5353050"/>
          <p14:tracePt t="236051" x="2209800" y="5359400"/>
          <p14:tracePt t="236068" x="2241550" y="5365750"/>
          <p14:tracePt t="236084" x="2273300" y="5378450"/>
          <p14:tracePt t="236101" x="2311400" y="5391150"/>
          <p14:tracePt t="236118" x="2343150" y="5410200"/>
          <p14:tracePt t="236134" x="2374900" y="5416550"/>
          <p14:tracePt t="236151" x="2413000" y="5422900"/>
          <p14:tracePt t="236168" x="2451100" y="5429250"/>
          <p14:tracePt t="236184" x="2476500" y="5429250"/>
          <p14:tracePt t="236201" x="2495550" y="5429250"/>
          <p14:tracePt t="236218" x="2533650" y="5429250"/>
          <p14:tracePt t="236234" x="2552700" y="5429250"/>
          <p14:tracePt t="236251" x="2571750" y="5429250"/>
          <p14:tracePt t="236268" x="2584450" y="5429250"/>
          <p14:tracePt t="236284" x="2597150" y="5422900"/>
          <p14:tracePt t="236301" x="2616200" y="5403850"/>
          <p14:tracePt t="236318" x="2635250" y="5391150"/>
          <p14:tracePt t="236334" x="2667000" y="5372100"/>
          <p14:tracePt t="236351" x="2692400" y="5346700"/>
          <p14:tracePt t="236368" x="2711450" y="5334000"/>
          <p14:tracePt t="236385" x="2724150" y="5314950"/>
          <p14:tracePt t="236401" x="2730500" y="5302250"/>
          <p14:tracePt t="236435" x="2730500" y="5276850"/>
          <p14:tracePt t="236451" x="2730500" y="5264150"/>
          <p14:tracePt t="236468" x="2730500" y="5226050"/>
          <p14:tracePt t="236485" x="2730500" y="5213350"/>
          <p14:tracePt t="236501" x="2724150" y="5200650"/>
          <p14:tracePt t="236518" x="2717800" y="5194300"/>
          <p14:tracePt t="236535" x="2711450" y="5181600"/>
          <p14:tracePt t="236551" x="2698750" y="5162550"/>
          <p14:tracePt t="236569" x="2686050" y="5149850"/>
          <p14:tracePt t="236585" x="2673350" y="5130800"/>
          <p14:tracePt t="236602" x="2667000" y="5105400"/>
          <p14:tracePt t="236618" x="2654300" y="5086350"/>
          <p14:tracePt t="236635" x="2647950" y="5080000"/>
          <p14:tracePt t="236652" x="2641600" y="5073650"/>
          <p14:tracePt t="236669" x="2628900" y="5060950"/>
          <p14:tracePt t="236685" x="2603500" y="5048250"/>
          <p14:tracePt t="236702" x="2578100" y="5035550"/>
          <p14:tracePt t="236719" x="2552700" y="5022850"/>
          <p14:tracePt t="236735" x="2540000" y="5016500"/>
          <p14:tracePt t="236752" x="2533650" y="5010150"/>
          <p14:tracePt t="236769" x="2520950" y="5010150"/>
          <p14:tracePt t="236786" x="2514600" y="5003800"/>
          <p14:tracePt t="236802" x="2501900" y="4997450"/>
          <p14:tracePt t="236819" x="2476500" y="4984750"/>
          <p14:tracePt t="236822" x="2476500" y="4978400"/>
          <p14:tracePt t="236835" x="2463800" y="4972050"/>
          <p14:tracePt t="236853" x="2451100" y="4965700"/>
          <p14:tracePt t="236870" x="2438400" y="4959350"/>
          <p14:tracePt t="236886" x="2419350" y="4959350"/>
          <p14:tracePt t="236903" x="2400300" y="4953000"/>
          <p14:tracePt t="236920" x="2374900" y="4946650"/>
          <p14:tracePt t="236936" x="2343150" y="4940300"/>
          <p14:tracePt t="236953" x="2317750" y="4940300"/>
          <p14:tracePt t="236970" x="2305050" y="4940300"/>
          <p14:tracePt t="236986" x="2292350" y="4940300"/>
          <p14:tracePt t="237003" x="2279650" y="4940300"/>
          <p14:tracePt t="237020" x="2254250" y="4940300"/>
          <p14:tracePt t="237035" x="2228850" y="4940300"/>
          <p14:tracePt t="237052" x="2197100" y="4940300"/>
          <p14:tracePt t="237069" x="2178050" y="4946650"/>
          <p14:tracePt t="237086" x="2165350" y="4953000"/>
          <p14:tracePt t="237103" x="2152650" y="4959350"/>
          <p14:tracePt t="237120" x="2139950" y="4965700"/>
          <p14:tracePt t="237136" x="2127250" y="4972050"/>
          <p14:tracePt t="237153" x="2108200" y="4991100"/>
          <p14:tracePt t="237169" x="2070100" y="5022850"/>
          <p14:tracePt t="237186" x="2044700" y="5048250"/>
          <p14:tracePt t="237203" x="2032000" y="5060950"/>
          <p14:tracePt t="237220" x="2019300" y="5073650"/>
          <p14:tracePt t="237236" x="2012950" y="5080000"/>
          <p14:tracePt t="237253" x="2006600" y="5092700"/>
          <p14:tracePt t="237269" x="2000250" y="5105400"/>
          <p14:tracePt t="237286" x="2000250" y="5118100"/>
          <p14:tracePt t="237303" x="2000250" y="5143500"/>
          <p14:tracePt t="237319" x="2000250" y="5149850"/>
          <p14:tracePt t="237336" x="2000250" y="5162550"/>
          <p14:tracePt t="237353" x="2000250" y="5168900"/>
          <p14:tracePt t="237370" x="2000250" y="5181600"/>
          <p14:tracePt t="237386" x="2006600" y="5194300"/>
          <p14:tracePt t="237403" x="2012950" y="5200650"/>
          <p14:tracePt t="237420" x="2019300" y="5213350"/>
          <p14:tracePt t="237437" x="2044700" y="5251450"/>
          <p14:tracePt t="237453" x="2051050" y="5270500"/>
          <p14:tracePt t="237469" x="2057400" y="5276850"/>
          <p14:tracePt t="237486" x="2070100" y="5289550"/>
          <p14:tracePt t="237503" x="2089150" y="5308600"/>
          <p14:tracePt t="237520" x="2108200" y="5334000"/>
          <p14:tracePt t="237536" x="2127250" y="5353050"/>
          <p14:tracePt t="237553" x="2171700" y="5384800"/>
          <p14:tracePt t="237570" x="2203450" y="5397500"/>
          <p14:tracePt t="237587" x="2222500" y="5403850"/>
          <p14:tracePt t="237603" x="2235200" y="5403850"/>
          <p14:tracePt t="237620" x="2247900" y="5403850"/>
          <p14:tracePt t="237636" x="2273300" y="5410200"/>
          <p14:tracePt t="237653" x="2292350" y="5416550"/>
          <p14:tracePt t="237669" x="2311400" y="5422900"/>
          <p14:tracePt t="237686" x="2343150" y="5422900"/>
          <p14:tracePt t="237703" x="2381250" y="5429250"/>
          <p14:tracePt t="237719" x="2400300" y="5429250"/>
          <p14:tracePt t="237736" x="2425700" y="5429250"/>
          <p14:tracePt t="237753" x="2457450" y="5429250"/>
          <p14:tracePt t="237770" x="2489200" y="5429250"/>
          <p14:tracePt t="237786" x="2527300" y="5429250"/>
          <p14:tracePt t="237803" x="2571750" y="5410200"/>
          <p14:tracePt t="237807" x="2590800" y="5397500"/>
          <p14:tracePt t="237819" x="2609850" y="5384800"/>
          <p14:tracePt t="237836" x="2628900" y="5378450"/>
          <p14:tracePt t="237853" x="2641600" y="5365750"/>
          <p14:tracePt t="237870" x="2654300" y="5353050"/>
          <p14:tracePt t="237886" x="2667000" y="5334000"/>
          <p14:tracePt t="237903" x="2686050" y="5314950"/>
          <p14:tracePt t="237920" x="2698750" y="5289550"/>
          <p14:tracePt t="237937" x="2711450" y="5270500"/>
          <p14:tracePt t="237953" x="2711450" y="5251450"/>
          <p14:tracePt t="237970" x="2711450" y="5245100"/>
          <p14:tracePt t="237987" x="2711450" y="5238750"/>
          <p14:tracePt t="238003" x="2711450" y="5226050"/>
          <p14:tracePt t="238021" x="2711450" y="5213350"/>
          <p14:tracePt t="238037" x="2705100" y="5175250"/>
          <p14:tracePt t="238053" x="2705100" y="5149850"/>
          <p14:tracePt t="238070" x="2692400" y="5124450"/>
          <p14:tracePt t="238087" x="2686050" y="5111750"/>
          <p14:tracePt t="238103" x="2673350" y="5092700"/>
          <p14:tracePt t="238120" x="2667000" y="5086350"/>
          <p14:tracePt t="238137" x="2647950" y="5067300"/>
          <p14:tracePt t="238153" x="2622550" y="5041900"/>
          <p14:tracePt t="238170" x="2616200" y="5035550"/>
          <p14:tracePt t="238187" x="2584450" y="5016500"/>
          <p14:tracePt t="238204" x="2571750" y="5010150"/>
          <p14:tracePt t="238221" x="2540000" y="5003800"/>
          <p14:tracePt t="238237" x="2520950" y="4997450"/>
          <p14:tracePt t="238254" x="2501900" y="4997450"/>
          <p14:tracePt t="238270" x="2482850" y="4997450"/>
          <p14:tracePt t="238287" x="2463800" y="4997450"/>
          <p14:tracePt t="238304" x="2451100" y="4997450"/>
          <p14:tracePt t="238321" x="2444750" y="4997450"/>
          <p14:tracePt t="238362" x="2438400" y="5003800"/>
          <p14:tracePt t="238370" x="2438400" y="5016500"/>
          <p14:tracePt t="238378" x="2438400" y="5022850"/>
          <p14:tracePt t="238387" x="2444750" y="5060950"/>
          <p14:tracePt t="238404" x="2482850" y="5099050"/>
          <p14:tracePt t="238421" x="2546350" y="5143500"/>
          <p14:tracePt t="238437" x="2590800" y="5156200"/>
          <p14:tracePt t="238454" x="2641600" y="5168900"/>
          <p14:tracePt t="238470" x="2647950" y="5175250"/>
          <p14:tracePt t="238487" x="2654300" y="5175250"/>
          <p14:tracePt t="238504" x="2660650" y="5175250"/>
          <p14:tracePt t="238592" x="2660650" y="5181600"/>
          <p14:tracePt t="238603" x="2654300" y="5181600"/>
          <p14:tracePt t="238610" x="2635250" y="5187950"/>
          <p14:tracePt t="238621" x="2622550" y="5200650"/>
          <p14:tracePt t="238638" x="2590800" y="5238750"/>
          <p14:tracePt t="238655" x="2590800" y="5251450"/>
          <p14:tracePt t="238671" x="2590800" y="5264150"/>
          <p14:tracePt t="238688" x="2628900" y="5276850"/>
          <p14:tracePt t="238704" x="2654300" y="5276850"/>
          <p14:tracePt t="238721" x="2711450" y="5264150"/>
          <p14:tracePt t="238737" x="2736850" y="5245100"/>
          <p14:tracePt t="238754" x="2749550" y="5226050"/>
          <p14:tracePt t="238771" x="2749550" y="5219700"/>
          <p14:tracePt t="238831" x="2743200" y="5226050"/>
          <p14:tracePt t="238840" x="2743200" y="5232400"/>
          <p14:tracePt t="238858" x="2730500" y="5238750"/>
          <p14:tracePt t="238871" x="2730500" y="5245100"/>
          <p14:tracePt t="238887" x="2724150" y="5245100"/>
          <p14:tracePt t="238926" x="2717800" y="5251450"/>
          <p14:tracePt t="238934" x="2711450" y="5251450"/>
          <p14:tracePt t="238958" x="2711450" y="5257800"/>
          <p14:tracePt t="238982" x="2711450" y="5264150"/>
          <p14:tracePt t="240007" x="2705100" y="5264150"/>
          <p14:tracePt t="240018" x="2692400" y="5270500"/>
          <p14:tracePt t="240027" x="2679700" y="5276850"/>
          <p14:tracePt t="240039" x="2635250" y="5289550"/>
          <p14:tracePt t="240056" x="2609850" y="5289550"/>
          <p14:tracePt t="240073" x="2584450" y="5289550"/>
          <p14:tracePt t="240089" x="2540000" y="5289550"/>
          <p14:tracePt t="240106" x="2520950" y="5276850"/>
          <p14:tracePt t="240123" x="2514600" y="5270500"/>
          <p14:tracePt t="240139" x="2501900" y="5257800"/>
          <p14:tracePt t="240155" x="2495550" y="5251450"/>
          <p14:tracePt t="240173" x="2482850" y="5245100"/>
          <p14:tracePt t="240189" x="2476500" y="5238750"/>
          <p14:tracePt t="240206" x="2470150" y="5238750"/>
          <p14:tracePt t="240239" x="2463800" y="5238750"/>
          <p14:tracePt t="240256" x="2451100" y="5238750"/>
          <p14:tracePt t="240273" x="2444750" y="5238750"/>
          <p14:tracePt t="240289" x="2438400" y="5238750"/>
          <p14:tracePt t="240323" x="2432050" y="5232400"/>
          <p14:tracePt t="240339" x="2432050" y="5219700"/>
          <p14:tracePt t="240356" x="2432050" y="5213350"/>
          <p14:tracePt t="240397" x="2438400" y="5213350"/>
          <p14:tracePt t="240410" x="2444750" y="5213350"/>
          <p14:tracePt t="240419" x="2457450" y="5213350"/>
          <p14:tracePt t="240425" x="2476500" y="5213350"/>
          <p14:tracePt t="240439" x="2495550" y="5213350"/>
          <p14:tracePt t="240456" x="2514600" y="5213350"/>
          <p14:tracePt t="240473" x="2520950" y="5213350"/>
          <p14:tracePt t="240490" x="2527300" y="5213350"/>
          <p14:tracePt t="240525" x="2533650" y="5213350"/>
          <p14:tracePt t="240654" x="2540000" y="5213350"/>
          <p14:tracePt t="240678" x="2540000" y="5226050"/>
          <p14:tracePt t="240693" x="2540000" y="5232400"/>
          <p14:tracePt t="240725" x="2540000" y="5238750"/>
          <p14:tracePt t="240773" x="2540000" y="5245100"/>
          <p14:tracePt t="240799" x="2540000" y="5251450"/>
          <p14:tracePt t="242319" x="2546350" y="5251450"/>
          <p14:tracePt t="242327" x="2565400" y="5257800"/>
          <p14:tracePt t="242342" x="2635250" y="5276850"/>
          <p14:tracePt t="242358" x="2768600" y="5302250"/>
          <p14:tracePt t="242375" x="2876550" y="5314950"/>
          <p14:tracePt t="242392" x="2914650" y="5321300"/>
          <p14:tracePt t="242408" x="2921000" y="5321300"/>
          <p14:tracePt t="242445" x="2927350" y="5321300"/>
          <p14:tracePt t="242465" x="2940050" y="5321300"/>
          <p14:tracePt t="242474" x="2959100" y="5321300"/>
          <p14:tracePt t="242491" x="2984500" y="5321300"/>
          <p14:tracePt t="242508" x="3035300" y="5321300"/>
          <p14:tracePt t="242525" x="3117850" y="5321300"/>
          <p14:tracePt t="242541" x="3181350" y="5321300"/>
          <p14:tracePt t="242558" x="3219450" y="5321300"/>
          <p14:tracePt t="242575" x="3270250" y="5321300"/>
          <p14:tracePt t="242592" x="3409950" y="5327650"/>
          <p14:tracePt t="242608" x="3587750" y="5346700"/>
          <p14:tracePt t="242625" x="3803650" y="5365750"/>
          <p14:tracePt t="242642" x="3962400" y="5378450"/>
          <p14:tracePt t="242658" x="4102100" y="5397500"/>
          <p14:tracePt t="242675" x="4216400" y="5397500"/>
          <p14:tracePt t="242691" x="4432300" y="5416550"/>
          <p14:tracePt t="242709" x="4514850" y="5422900"/>
          <p14:tracePt t="242725" x="4749800" y="5429250"/>
          <p14:tracePt t="242741" x="4864100" y="5429250"/>
          <p14:tracePt t="242758" x="4978400" y="5429250"/>
          <p14:tracePt t="242775" x="5149850" y="5429250"/>
          <p14:tracePt t="242792" x="5334000" y="5429250"/>
          <p14:tracePt t="242809" x="5607050" y="5454650"/>
          <p14:tracePt t="242825" x="5676900" y="5461000"/>
          <p14:tracePt t="242842" x="5784850" y="5473700"/>
          <p14:tracePt t="242858" x="5867400" y="5480050"/>
          <p14:tracePt t="242874" x="5949950" y="5480050"/>
          <p14:tracePt t="242892" x="6083300" y="5486400"/>
          <p14:tracePt t="242909" x="6311900" y="5486400"/>
          <p14:tracePt t="242925" x="6413500" y="5486400"/>
          <p14:tracePt t="242942" x="6470650" y="5467350"/>
          <p14:tracePt t="242958" x="6540500" y="5435600"/>
          <p14:tracePt t="242975" x="6623050" y="5403850"/>
          <p14:tracePt t="242992" x="6711950" y="5372100"/>
          <p14:tracePt t="243009" x="6743700" y="5365750"/>
          <p14:tracePt t="243025" x="6762750" y="5359400"/>
          <p14:tracePt t="243042" x="6775450" y="5359400"/>
          <p14:tracePt t="243059" x="6813550" y="5353050"/>
          <p14:tracePt t="243075" x="6921500" y="5353050"/>
          <p14:tracePt t="243091" x="7054850" y="5353050"/>
          <p14:tracePt t="243109" x="7207250" y="5353050"/>
          <p14:tracePt t="243125" x="7296150" y="5353050"/>
          <p14:tracePt t="243142" x="7308850" y="5353050"/>
          <p14:tracePt t="243159" x="7315200" y="5353050"/>
          <p14:tracePt t="243192" x="7321550" y="5353050"/>
          <p14:tracePt t="243209" x="7321550" y="5346700"/>
          <p14:tracePt t="243225" x="7340600" y="5346700"/>
          <p14:tracePt t="243242" x="7346950" y="5346700"/>
          <p14:tracePt t="243259" x="7366000" y="5346700"/>
          <p14:tracePt t="243275" x="7429500" y="5346700"/>
          <p14:tracePt t="243292" x="7461250" y="5359400"/>
          <p14:tracePt t="243309" x="7524750" y="5365750"/>
          <p14:tracePt t="243325" x="7531100" y="5365750"/>
          <p14:tracePt t="243342" x="7537450" y="5365750"/>
          <p14:tracePt t="243378" x="7537450" y="5359400"/>
          <p14:tracePt t="243471" x="7537450" y="5353050"/>
          <p14:tracePt t="243479" x="7543800" y="5353050"/>
          <p14:tracePt t="243494" x="7550150" y="5346700"/>
          <p14:tracePt t="243510" x="7556500" y="5340350"/>
          <p14:tracePt t="243591" x="7556500" y="5327650"/>
          <p14:tracePt t="243598" x="7556500" y="5314950"/>
          <p14:tracePt t="243609" x="7556500" y="5302250"/>
          <p14:tracePt t="243626" x="7556500" y="5283200"/>
          <p14:tracePt t="243643" x="7556500" y="5264150"/>
          <p14:tracePt t="243660" x="7556500" y="5257800"/>
          <p14:tracePt t="243676" x="7556500" y="5245100"/>
          <p14:tracePt t="243693" x="7556500" y="5232400"/>
          <p14:tracePt t="243726" x="7550150" y="5232400"/>
          <p14:tracePt t="243742" x="7543800" y="5219700"/>
          <p14:tracePt t="243776" x="7524750" y="5219700"/>
          <p14:tracePt t="243792" x="7512050" y="5213350"/>
          <p14:tracePt t="243878" x="7505700" y="5213350"/>
          <p14:tracePt t="243895" x="7493000" y="5213350"/>
          <p14:tracePt t="243902" x="7486650" y="5213350"/>
          <p14:tracePt t="243910" x="7480300" y="5213350"/>
          <p14:tracePt t="243926" x="7461250" y="5213350"/>
          <p14:tracePt t="243943" x="7454900" y="5213350"/>
          <p14:tracePt t="243959" x="7442200" y="5232400"/>
          <p14:tracePt t="243977" x="7423150" y="5257800"/>
          <p14:tracePt t="243993" x="7410450" y="5283200"/>
          <p14:tracePt t="244010" x="7397750" y="5302250"/>
          <p14:tracePt t="244026" x="7391400" y="5314950"/>
          <p14:tracePt t="244043" x="7391400" y="5327650"/>
          <p14:tracePt t="244060" x="7391400" y="5334000"/>
          <p14:tracePt t="244076" x="7391400" y="5359400"/>
          <p14:tracePt t="244093" x="7391400" y="5391150"/>
          <p14:tracePt t="244110" x="7391400" y="5416550"/>
          <p14:tracePt t="244126" x="7378700" y="5435600"/>
          <p14:tracePt t="244143" x="7372350" y="5441950"/>
          <p14:tracePt t="244160" x="7366000" y="5448300"/>
          <p14:tracePt t="244176" x="7359650" y="5448300"/>
          <p14:tracePt t="244193" x="7359650" y="5454650"/>
          <p14:tracePt t="244209" x="7346950" y="5467350"/>
          <p14:tracePt t="244227" x="7340600" y="5467350"/>
          <p14:tracePt t="244263" x="7334250" y="5467350"/>
          <p14:tracePt t="244318" x="7327900" y="5467350"/>
          <p14:tracePt t="244333" x="7321550" y="5467350"/>
          <p14:tracePt t="244341" x="7315200" y="5467350"/>
          <p14:tracePt t="244347" x="7308850" y="5473700"/>
          <p14:tracePt t="244415" x="7302500" y="5473700"/>
          <p14:tracePt t="244427" x="7296150" y="5461000"/>
          <p14:tracePt t="244434" x="7289800" y="5441950"/>
          <p14:tracePt t="244444" x="7289800" y="5422900"/>
          <p14:tracePt t="244461" x="7264400" y="5372100"/>
          <p14:tracePt t="244477" x="7258050" y="5353050"/>
          <p14:tracePt t="244493" x="7239000" y="5327650"/>
          <p14:tracePt t="244510" x="7232650" y="5314950"/>
          <p14:tracePt t="244526" x="7232650" y="5302250"/>
          <p14:tracePt t="244543" x="7226300" y="5283200"/>
          <p14:tracePt t="244560" x="7226300" y="5270500"/>
          <p14:tracePt t="244576" x="7226300" y="5264150"/>
          <p14:tracePt t="244593" x="7219950" y="5257800"/>
          <p14:tracePt t="244610" x="7219950" y="5245100"/>
          <p14:tracePt t="244646" x="7219950" y="5238750"/>
          <p14:tracePt t="244670" x="7219950" y="5232400"/>
          <p14:tracePt t="244774" x="7232650" y="5238750"/>
          <p14:tracePt t="244781" x="7264400" y="5245100"/>
          <p14:tracePt t="244793" x="7277100" y="5251450"/>
          <p14:tracePt t="244810" x="7315200" y="5283200"/>
          <p14:tracePt t="244827" x="7346950" y="5314950"/>
          <p14:tracePt t="244844" x="7429500" y="5403850"/>
          <p14:tracePt t="244861" x="7461250" y="5435600"/>
          <p14:tracePt t="244877" x="7493000" y="5461000"/>
          <p14:tracePt t="244959" x="7486650" y="5461000"/>
          <p14:tracePt t="244967" x="7480300" y="5461000"/>
          <p14:tracePt t="244989" x="7473950" y="5461000"/>
          <p14:tracePt t="244998" x="7461250" y="5461000"/>
          <p14:tracePt t="245014" x="7454900" y="5461000"/>
          <p14:tracePt t="245027" x="7448550" y="5461000"/>
          <p14:tracePt t="245044" x="7423150" y="5461000"/>
          <p14:tracePt t="245061" x="7353300" y="5454650"/>
          <p14:tracePt t="245077" x="7283450" y="5441950"/>
          <p14:tracePt t="245094" x="7251700" y="5441950"/>
          <p14:tracePt t="245110" x="7219950" y="5435600"/>
          <p14:tracePt t="245127" x="7207250" y="5435600"/>
          <p14:tracePt t="245144" x="7200900" y="5435600"/>
          <p14:tracePt t="245161" x="7175500" y="5435600"/>
          <p14:tracePt t="245178" x="7124700" y="5422900"/>
          <p14:tracePt t="245194" x="6991350" y="5410200"/>
          <p14:tracePt t="245210" x="6724650" y="5391150"/>
          <p14:tracePt t="245227" x="6584950" y="5365750"/>
          <p14:tracePt t="245243" x="6578600" y="5365750"/>
          <p14:tracePt t="245278" x="6559550" y="5353050"/>
          <p14:tracePt t="245294" x="6521450" y="5334000"/>
          <p14:tracePt t="245310" x="6483350" y="5327650"/>
          <p14:tracePt t="245327" x="6445250" y="5327650"/>
          <p14:tracePt t="245344" x="6419850" y="5327650"/>
          <p14:tracePt t="245360" x="6413500" y="5327650"/>
          <p14:tracePt t="245377" x="6400800" y="5327650"/>
          <p14:tracePt t="245394" x="6369050" y="5327650"/>
          <p14:tracePt t="245410" x="6311900" y="5321300"/>
          <p14:tracePt t="245428" x="6229350" y="5314950"/>
          <p14:tracePt t="245445" x="6045200" y="5308600"/>
          <p14:tracePt t="245461" x="6032500" y="5308600"/>
          <p14:tracePt t="245511" x="6026150" y="5308600"/>
          <p14:tracePt t="245518" x="6019800" y="5308600"/>
          <p14:tracePt t="245536" x="6013450" y="5308600"/>
          <p14:tracePt t="245544" x="5994400" y="5308600"/>
          <p14:tracePt t="245561" x="5975350" y="5321300"/>
          <p14:tracePt t="245578" x="5969000" y="5327650"/>
          <p14:tracePt t="245750" x="5969000" y="5334000"/>
          <p14:tracePt t="245758" x="5988050" y="5334000"/>
          <p14:tracePt t="245775" x="6019800" y="5334000"/>
          <p14:tracePt t="245783" x="6064250" y="5340350"/>
          <p14:tracePt t="245795" x="6102350" y="5346700"/>
          <p14:tracePt t="245812" x="6210300" y="5359400"/>
          <p14:tracePt t="245827" x="6261100" y="5359400"/>
          <p14:tracePt t="245845" x="6299200" y="5359400"/>
          <p14:tracePt t="245862" x="6343650" y="5359400"/>
          <p14:tracePt t="245878" x="6381750" y="5359400"/>
          <p14:tracePt t="245895" x="6483350" y="5359400"/>
          <p14:tracePt t="245912" x="6616700" y="5378450"/>
          <p14:tracePt t="245929" x="6769100" y="5397500"/>
          <p14:tracePt t="245945" x="6851650" y="5410200"/>
          <p14:tracePt t="245962" x="6953250" y="5435600"/>
          <p14:tracePt t="245979" x="7105650" y="5454650"/>
          <p14:tracePt t="245995" x="7277100" y="5461000"/>
          <p14:tracePt t="246012" x="7416800" y="5461000"/>
          <p14:tracePt t="246029" x="7473950" y="5461000"/>
          <p14:tracePt t="246044" x="7493000" y="5454650"/>
          <p14:tracePt t="246061" x="7512050" y="5448300"/>
          <p14:tracePt t="246078" x="7543800" y="5441950"/>
          <p14:tracePt t="246095" x="7607300" y="5435600"/>
          <p14:tracePt t="246111" x="7658100" y="5435600"/>
          <p14:tracePt t="246128" x="7708900" y="5429250"/>
          <p14:tracePt t="246145" x="7747000" y="5416550"/>
          <p14:tracePt t="246161" x="7785100" y="5410200"/>
          <p14:tracePt t="246178" x="7867650" y="5403850"/>
          <p14:tracePt t="246195" x="7950200" y="5403850"/>
          <p14:tracePt t="246212" x="8007350" y="5403850"/>
          <p14:tracePt t="246228" x="8039100" y="5391150"/>
          <p14:tracePt t="246245" x="8064500" y="5391150"/>
          <p14:tracePt t="246261" x="8083550" y="5378450"/>
          <p14:tracePt t="246278" x="8089900" y="5378450"/>
          <p14:tracePt t="246375" x="8077200" y="5397500"/>
          <p14:tracePt t="246382" x="8058150" y="5403850"/>
          <p14:tracePt t="246396" x="8032750" y="5429250"/>
          <p14:tracePt t="246412" x="7943850" y="5486400"/>
          <p14:tracePt t="246429" x="7893050" y="5518150"/>
          <p14:tracePt t="246446" x="7823200" y="5568950"/>
          <p14:tracePt t="246463" x="7727950" y="5638800"/>
          <p14:tracePt t="246479" x="7664450" y="5715000"/>
          <p14:tracePt t="246495" x="7620000" y="5803900"/>
          <p14:tracePt t="246512" x="7600950" y="5892800"/>
          <p14:tracePt t="246528" x="7588250" y="5969000"/>
          <p14:tracePt t="246545" x="7575550" y="6057900"/>
          <p14:tracePt t="246562" x="7550150" y="6140450"/>
          <p14:tracePt t="246579" x="7531100" y="6235700"/>
          <p14:tracePt t="246595" x="7505700" y="6343650"/>
          <p14:tracePt t="246612" x="7505700" y="6362700"/>
          <p14:tracePt t="246629" x="7505700" y="6375400"/>
          <p14:tracePt t="246709" x="7505700" y="6381750"/>
          <p14:tracePt t="246743" x="7499350" y="6381750"/>
          <p14:tracePt t="246767" x="7493000" y="6381750"/>
          <p14:tracePt t="246774" x="7486650" y="6375400"/>
          <p14:tracePt t="246783" x="7480300" y="6369050"/>
          <p14:tracePt t="246797" x="7473950" y="6337300"/>
          <p14:tracePt t="246813" x="7473950" y="6305550"/>
          <p14:tracePt t="246829" x="7461250" y="6280150"/>
          <p14:tracePt t="246846" x="7454900" y="6235700"/>
          <p14:tracePt t="246863" x="7454900" y="6203950"/>
          <p14:tracePt t="246880" x="7448550" y="6159500"/>
          <p14:tracePt t="246895" x="7448550" y="6115050"/>
          <p14:tracePt t="246913" x="7448550" y="6032500"/>
          <p14:tracePt t="246929" x="7448550" y="6007100"/>
          <p14:tracePt t="246945" x="7429500" y="5924550"/>
          <p14:tracePt t="246962" x="7397750" y="5816600"/>
          <p14:tracePt t="246980" x="7353300" y="5664200"/>
          <p14:tracePt t="246996" x="7327900" y="5530850"/>
          <p14:tracePt t="247013" x="7283450" y="5340350"/>
          <p14:tracePt t="247029" x="7258050" y="5219700"/>
          <p14:tracePt t="247046" x="7245350" y="5130800"/>
          <p14:tracePt t="247063" x="7232650" y="5041900"/>
          <p14:tracePt t="247079" x="7207250" y="4953000"/>
          <p14:tracePt t="247096" x="7188200" y="4864100"/>
          <p14:tracePt t="247112" x="7175500" y="4826000"/>
          <p14:tracePt t="247129" x="7175500" y="4787900"/>
          <p14:tracePt t="247146" x="7175500" y="4768850"/>
          <p14:tracePt t="247162" x="7175500" y="4756150"/>
          <p14:tracePt t="247180" x="7175500" y="4730750"/>
          <p14:tracePt t="247196" x="7181850" y="4718050"/>
          <p14:tracePt t="247213" x="7194550" y="4673600"/>
          <p14:tracePt t="247229" x="7219950" y="4635500"/>
          <p14:tracePt t="247246" x="7245350" y="4584700"/>
          <p14:tracePt t="247263" x="7264400" y="4540250"/>
          <p14:tracePt t="247280" x="7277100" y="4508500"/>
          <p14:tracePt t="247296" x="7283450" y="4495800"/>
          <p14:tracePt t="247313" x="7283450" y="4489450"/>
          <p14:tracePt t="247377" x="7283450" y="4483100"/>
          <p14:tracePt t="247407" x="7289800" y="4483100"/>
          <p14:tracePt t="247534" x="7289800" y="4489450"/>
          <p14:tracePt t="247541" x="7283450" y="4502150"/>
          <p14:tracePt t="247549" x="7277100" y="4521200"/>
          <p14:tracePt t="247563" x="7277100" y="4546600"/>
          <p14:tracePt t="247580" x="7277100" y="4648200"/>
          <p14:tracePt t="247597" x="7277100" y="4826000"/>
          <p14:tracePt t="247613" x="7277100" y="4927600"/>
          <p14:tracePt t="247630" x="7277100" y="5003800"/>
          <p14:tracePt t="247647" x="7283450" y="5067300"/>
          <p14:tracePt t="247664" x="7289800" y="5099050"/>
          <p14:tracePt t="247680" x="7302500" y="5137150"/>
          <p14:tracePt t="247697" x="7327900" y="5168900"/>
          <p14:tracePt t="247714" x="7346950" y="5213350"/>
          <p14:tracePt t="247730" x="7359650" y="5232400"/>
          <p14:tracePt t="247747" x="7372350" y="5264150"/>
          <p14:tracePt t="247763" x="7385050" y="5283200"/>
          <p14:tracePt t="247780" x="7391400" y="5295900"/>
          <p14:tracePt t="247796" x="7397750" y="5302250"/>
          <p14:tracePt t="247813" x="7404100" y="5314950"/>
          <p14:tracePt t="247838" x="7410450" y="5314950"/>
          <p14:tracePt t="247875" x="7416800" y="5321300"/>
          <p14:tracePt t="248327" x="7423150" y="5321300"/>
          <p14:tracePt t="248566" x="7423150" y="5327650"/>
          <p14:tracePt t="249190" x="7423150" y="5321300"/>
          <p14:tracePt t="249205" x="7416800" y="5321300"/>
          <p14:tracePt t="250214" x="7416800" y="5314950"/>
          <p14:tracePt t="250246" x="7416800" y="5308600"/>
          <p14:tracePt t="250725" x="7416800" y="5314950"/>
          <p14:tracePt t="250729" x="7416800" y="5327650"/>
          <p14:tracePt t="250734" x="7416800" y="5353050"/>
          <p14:tracePt t="250749" x="7429500" y="5372100"/>
          <p14:tracePt t="250766" x="7435850" y="5391150"/>
          <p14:tracePt t="250783" x="7435850" y="5397500"/>
          <p14:tracePt t="250887" x="7423150" y="5391150"/>
          <p14:tracePt t="250903" x="7423150" y="5384800"/>
          <p14:tracePt t="250990" x="7423150" y="5378450"/>
          <p14:tracePt t="250998" x="7423150" y="5365750"/>
          <p14:tracePt t="251014" x="7423150" y="5359400"/>
          <p14:tracePt t="251062" x="7416800" y="5359400"/>
          <p14:tracePt t="251070" x="7397750" y="5359400"/>
          <p14:tracePt t="251084" x="7391400" y="5359400"/>
          <p14:tracePt t="251101" x="7359650" y="5346700"/>
          <p14:tracePt t="251117" x="7346950" y="5340350"/>
          <p14:tracePt t="251150" x="7340600" y="5340350"/>
          <p14:tracePt t="251230" x="7334250" y="5327650"/>
          <p14:tracePt t="251239" x="7321550" y="5321300"/>
          <p14:tracePt t="251255" x="7296150" y="5302250"/>
          <p14:tracePt t="251267" x="7277100" y="5295900"/>
          <p14:tracePt t="251284" x="7270750" y="5289550"/>
          <p14:tracePt t="251301" x="7264400" y="5276850"/>
          <p14:tracePt t="251317" x="7264400" y="5226050"/>
          <p14:tracePt t="251334" x="7264400" y="5213350"/>
          <p14:tracePt t="251369" x="7264400" y="5226050"/>
          <p14:tracePt t="251383" x="7251700" y="5251450"/>
          <p14:tracePt t="251401" x="7251700" y="5276850"/>
          <p14:tracePt t="251417" x="7251700" y="5302250"/>
          <p14:tracePt t="251433" x="7270750" y="5302250"/>
          <p14:tracePt t="251450" x="7289800" y="5295900"/>
          <p14:tracePt t="251467" x="7289800" y="5276850"/>
          <p14:tracePt t="251484" x="7289800" y="5238750"/>
          <p14:tracePt t="251501" x="7283450" y="5219700"/>
          <p14:tracePt t="251517" x="7270750" y="5219700"/>
          <p14:tracePt t="251550" x="7264400" y="5226050"/>
          <p14:tracePt t="251567" x="7258050" y="5238750"/>
          <p14:tracePt t="251662" x="7264400" y="5238750"/>
          <p14:tracePt t="251679" x="7277100" y="5238750"/>
          <p14:tracePt t="251718" x="7283450" y="5238750"/>
          <p14:tracePt t="251736" x="7289800" y="5232400"/>
          <p14:tracePt t="251742" x="7296150" y="5232400"/>
          <p14:tracePt t="251750" x="7296150" y="5226050"/>
          <p14:tracePt t="251774" x="7302500" y="5219700"/>
          <p14:tracePt t="251783" x="7302500" y="5213350"/>
          <p14:tracePt t="251839" x="7302500" y="5226050"/>
          <p14:tracePt t="251846" x="7308850" y="5245100"/>
          <p14:tracePt t="251855" x="7321550" y="5264150"/>
          <p14:tracePt t="251868" x="7321550" y="5289550"/>
          <p14:tracePt t="251885" x="7321550" y="5295900"/>
          <p14:tracePt t="251901" x="7321550" y="5302250"/>
          <p14:tracePt t="251936" x="7321550" y="5308600"/>
          <p14:tracePt t="251950" x="7321550" y="5334000"/>
          <p14:tracePt t="251967" x="7321550" y="5372100"/>
          <p14:tracePt t="251984" x="7334250" y="5403850"/>
          <p14:tracePt t="252001" x="7346950" y="5410200"/>
          <p14:tracePt t="252017" x="7353300" y="5410200"/>
          <p14:tracePt t="252034" x="7366000" y="5410200"/>
          <p14:tracePt t="252051" x="7372350" y="5397500"/>
          <p14:tracePt t="252067" x="7391400" y="5372100"/>
          <p14:tracePt t="252084" x="7397750" y="5359400"/>
          <p14:tracePt t="252101" x="7404100" y="5346700"/>
          <p14:tracePt t="252118" x="7423150" y="5346700"/>
          <p14:tracePt t="252134" x="7429500" y="5346700"/>
          <p14:tracePt t="252151" x="7442200" y="5353050"/>
          <p14:tracePt t="252526" x="7448550" y="5353050"/>
          <p14:tracePt t="252560" x="7448550" y="5346700"/>
          <p14:tracePt t="252575" x="7448550" y="5340350"/>
          <p14:tracePt t="252583" x="7448550" y="5327650"/>
          <p14:tracePt t="252590" x="7448550" y="5314950"/>
          <p14:tracePt t="252606" x="7448550" y="5302250"/>
          <p14:tracePt t="252618" x="7448550" y="5295900"/>
          <p14:tracePt t="252634" x="7448550" y="5264150"/>
          <p14:tracePt t="252651" x="7448550" y="5251450"/>
          <p14:tracePt t="252668" x="7448550" y="5226050"/>
          <p14:tracePt t="252685" x="7448550" y="5207000"/>
          <p14:tracePt t="252702" x="7448550" y="5187950"/>
          <p14:tracePt t="252718" x="7448550" y="5175250"/>
          <p14:tracePt t="252735" x="7448550" y="5168900"/>
          <p14:tracePt t="252752" x="7423150" y="5181600"/>
          <p14:tracePt t="252769" x="7378700" y="5219700"/>
          <p14:tracePt t="252785" x="7366000" y="5238750"/>
          <p14:tracePt t="252802" x="7353300" y="5245100"/>
          <p14:tracePt t="252818" x="7346950" y="5251450"/>
          <p14:tracePt t="252835" x="7340600" y="5251450"/>
          <p14:tracePt t="252911" x="7334250" y="5251450"/>
          <p14:tracePt t="252918" x="7321550" y="5251450"/>
          <p14:tracePt t="252926" x="7315200" y="5251450"/>
          <p14:tracePt t="252935" x="7308850" y="5251450"/>
          <p14:tracePt t="252952" x="7289800" y="5251450"/>
          <p14:tracePt t="253079" x="7283450" y="5251450"/>
          <p14:tracePt t="253126" x="7277100" y="5251450"/>
          <p14:tracePt t="253691" x="7277100" y="5257800"/>
          <p14:tracePt t="254407" x="7283450" y="5257800"/>
          <p14:tracePt t="254437" x="7283450" y="5251450"/>
          <p14:tracePt t="254455" x="7289800" y="5251450"/>
          <p14:tracePt t="254485" x="7296150" y="5251450"/>
          <p14:tracePt t="254502" x="7302500" y="5245100"/>
          <p14:tracePt t="254669" x="7302500" y="5251450"/>
          <p14:tracePt t="254677" x="7302500" y="5264150"/>
          <p14:tracePt t="254686" x="7302500" y="5276850"/>
          <p14:tracePt t="254703" x="7302500" y="5289550"/>
          <p14:tracePt t="254720" x="7302500" y="5302250"/>
          <p14:tracePt t="254737" x="7302500" y="5314950"/>
          <p14:tracePt t="254753" x="7308850" y="5334000"/>
          <p14:tracePt t="254771" x="7315200" y="5340350"/>
          <p14:tracePt t="255031" x="7315200" y="5346700"/>
          <p14:tracePt t="255036" x="7315200" y="5365750"/>
          <p14:tracePt t="255462" x="7289800" y="5378450"/>
          <p14:tracePt t="255465" x="7277100" y="5378450"/>
          <p14:tracePt t="255470" x="7264400" y="5384800"/>
          <p14:tracePt t="255487" x="7239000" y="5397500"/>
          <p14:tracePt t="255542" x="7232650" y="5397500"/>
          <p14:tracePt t="255558" x="7219950" y="5397500"/>
          <p14:tracePt t="255566" x="7207250" y="5384800"/>
          <p14:tracePt t="255574" x="7194550" y="5384800"/>
          <p14:tracePt t="255588" x="7175500" y="5372100"/>
          <p14:tracePt t="255605" x="7137400" y="5353050"/>
          <p14:tracePt t="255621" x="7112000" y="5346700"/>
          <p14:tracePt t="255638" x="7080250" y="5346700"/>
          <p14:tracePt t="255654" x="7048500" y="5346700"/>
          <p14:tracePt t="255671" x="7010400" y="5346700"/>
          <p14:tracePt t="255688" x="6997700" y="5346700"/>
          <p14:tracePt t="255704" x="6985000" y="5346700"/>
          <p14:tracePt t="255721" x="6965950" y="5346700"/>
          <p14:tracePt t="255738" x="6908800" y="5346700"/>
          <p14:tracePt t="255755" x="6902450" y="5346700"/>
          <p14:tracePt t="255772" x="6889750" y="5346700"/>
          <p14:tracePt t="255789" x="6877050" y="5346700"/>
          <p14:tracePt t="255805" x="6870700" y="5346700"/>
          <p14:tracePt t="255840" x="6864350" y="5353050"/>
          <p14:tracePt t="255891" x="6858000" y="5353050"/>
          <p14:tracePt t="255952" x="6851650" y="5353050"/>
          <p14:tracePt t="256188" x="6858000" y="5353050"/>
          <p14:tracePt t="256195" x="6864350" y="5353050"/>
          <p14:tracePt t="256213" x="6870700" y="5353050"/>
          <p14:tracePt t="256241" x="6877050" y="5346700"/>
          <p14:tracePt t="256261" x="6883400" y="5340350"/>
          <p14:tracePt t="256269" x="6889750" y="5340350"/>
          <p14:tracePt t="256277" x="6896100" y="5334000"/>
          <p14:tracePt t="256375" x="6902450" y="5334000"/>
          <p14:tracePt t="256447" x="6896100" y="5334000"/>
          <p14:tracePt t="256455" x="6883400" y="5334000"/>
          <p14:tracePt t="256462" x="6864350" y="5334000"/>
          <p14:tracePt t="256472" x="6845300" y="5340350"/>
          <p14:tracePt t="256488" x="6838950" y="5346700"/>
          <p14:tracePt t="256505" x="6832600" y="5346700"/>
          <p14:tracePt t="256526" x="6826250" y="5346700"/>
          <p14:tracePt t="256557" x="6819900" y="5346700"/>
          <p14:tracePt t="256574" x="6813550" y="5346700"/>
          <p14:tracePt t="256598" x="6800850" y="5346700"/>
          <p14:tracePt t="256606" x="6794500" y="5346700"/>
          <p14:tracePt t="256614" x="6781800" y="5346700"/>
          <p14:tracePt t="256622" x="6750050" y="5334000"/>
          <p14:tracePt t="256639" x="6686550" y="5321300"/>
          <p14:tracePt t="256655" x="6635750" y="5308600"/>
          <p14:tracePt t="256672" x="6597650" y="5308600"/>
          <p14:tracePt t="256688" x="6572250" y="5308600"/>
          <p14:tracePt t="256705" x="6565900" y="5308600"/>
          <p14:tracePt t="256758" x="6559550" y="5308600"/>
          <p14:tracePt t="256767" x="6546850" y="5308600"/>
          <p14:tracePt t="256777" x="6540500" y="5308600"/>
          <p14:tracePt t="256789" x="6527800" y="5308600"/>
          <p14:tracePt t="256805" x="6508750" y="5302250"/>
          <p14:tracePt t="256809" x="6502400" y="5302250"/>
          <p14:tracePt t="256822" x="6496050" y="5302250"/>
          <p14:tracePt t="256839" x="6489700" y="5295900"/>
          <p14:tracePt t="256862" x="6483350" y="5295900"/>
          <p14:tracePt t="256872" x="6470650" y="5289550"/>
          <p14:tracePt t="256889" x="6432550" y="5276850"/>
          <p14:tracePt t="256905" x="6388100" y="5270500"/>
          <p14:tracePt t="256922" x="6286500" y="5270500"/>
          <p14:tracePt t="256939" x="6191250" y="5270500"/>
          <p14:tracePt t="256955" x="6146800" y="5270500"/>
          <p14:tracePt t="256972" x="6121400" y="5270500"/>
          <p14:tracePt t="257005" x="6108700" y="5270500"/>
          <p14:tracePt t="257022" x="6102350" y="5264150"/>
          <p14:tracePt t="257051" x="6096000" y="5264150"/>
          <p14:tracePt t="257526" x="6102350" y="5257800"/>
          <p14:tracePt t="257530" x="6134100" y="5251450"/>
          <p14:tracePt t="257539" x="6153150" y="5251450"/>
          <p14:tracePt t="257556" x="6191250" y="5251450"/>
          <p14:tracePt t="257599" x="6184900" y="5251450"/>
          <p14:tracePt t="257607" x="6165850" y="5264150"/>
          <p14:tracePt t="257624" x="6115050" y="5276850"/>
          <p14:tracePt t="257640" x="6064250" y="5276850"/>
          <p14:tracePt t="257657" x="5988050" y="5289550"/>
          <p14:tracePt t="257765" x="5994400" y="5289550"/>
          <p14:tracePt t="257774" x="6007100" y="5283200"/>
          <p14:tracePt t="257789" x="6019800" y="5283200"/>
          <p14:tracePt t="257798" x="6032500" y="5270500"/>
          <p14:tracePt t="257806" x="6064250" y="5270500"/>
          <p14:tracePt t="257823" x="6096000" y="5257800"/>
          <p14:tracePt t="257840" x="6115050" y="5257800"/>
          <p14:tracePt t="257878" x="6121400" y="5257800"/>
          <p14:tracePt t="257890" x="6134100" y="5257800"/>
          <p14:tracePt t="257907" x="6165850" y="5251450"/>
          <p14:tracePt t="257924" x="6248400" y="5251450"/>
          <p14:tracePt t="257940" x="6407150" y="5257800"/>
          <p14:tracePt t="257956" x="6527800" y="5276850"/>
          <p14:tracePt t="257973" x="6623050" y="5283200"/>
          <p14:tracePt t="257990" x="6788150" y="5289550"/>
          <p14:tracePt t="258006" x="6877050" y="5289550"/>
          <p14:tracePt t="258023" x="7194550" y="5289550"/>
          <p14:tracePt t="258040" x="7600950" y="5308600"/>
          <p14:tracePt t="258057" x="7874000" y="5334000"/>
          <p14:tracePt t="258073" x="8026400" y="5359400"/>
          <p14:tracePt t="258090" x="8134350" y="5397500"/>
          <p14:tracePt t="258107" x="8248650" y="5429250"/>
          <p14:tracePt t="258123" x="8375650" y="5454650"/>
          <p14:tracePt t="258141" x="8591550" y="5480050"/>
          <p14:tracePt t="258157" x="8674100" y="5480050"/>
          <p14:tracePt t="258173" x="8731250" y="5454650"/>
          <p14:tracePt t="258190" x="8750300" y="5435600"/>
          <p14:tracePt t="258206" x="8775700" y="5416550"/>
          <p14:tracePt t="258223" x="8794750" y="5410200"/>
          <p14:tracePt t="258310" x="8775700" y="5410200"/>
          <p14:tracePt t="258318" x="8769350" y="5429250"/>
          <p14:tracePt t="258326" x="8750300" y="5454650"/>
          <p14:tracePt t="258341" x="8718550" y="5492750"/>
          <p14:tracePt t="258357" x="8674100" y="5518150"/>
          <p14:tracePt t="258373" x="8610600" y="5556250"/>
          <p14:tracePt t="258390" x="8521700" y="5588000"/>
          <p14:tracePt t="258407" x="8420100" y="5613400"/>
          <p14:tracePt t="258423" x="8312150" y="5626100"/>
          <p14:tracePt t="258440" x="8172450" y="5638800"/>
          <p14:tracePt t="258457" x="8064500" y="5651500"/>
          <p14:tracePt t="258474" x="7912100" y="5657850"/>
          <p14:tracePt t="258490" x="7854950" y="5657850"/>
          <p14:tracePt t="258508" x="7772400" y="5657850"/>
          <p14:tracePt t="258525" x="7740650" y="5664200"/>
          <p14:tracePt t="258541" x="7734300" y="5670550"/>
          <p14:tracePt t="258558" x="7702550" y="5689600"/>
          <p14:tracePt t="258574" x="7664450" y="5734050"/>
          <p14:tracePt t="258590" x="7632700" y="5765800"/>
          <p14:tracePt t="258607" x="7588250" y="5803900"/>
          <p14:tracePt t="258624" x="7537450" y="5848350"/>
          <p14:tracePt t="258641" x="7461250" y="5975350"/>
          <p14:tracePt t="258657" x="7404100" y="6064250"/>
          <p14:tracePt t="258674" x="7378700" y="6115050"/>
          <p14:tracePt t="258707" x="7378700" y="6121400"/>
          <p14:tracePt t="258758" x="7378700" y="6102350"/>
          <p14:tracePt t="258774" x="7378700" y="6083300"/>
          <p14:tracePt t="258783" x="7385050" y="6057900"/>
          <p14:tracePt t="258791" x="7391400" y="6026150"/>
          <p14:tracePt t="258807" x="7391400" y="5988050"/>
          <p14:tracePt t="258824" x="7391400" y="5867400"/>
          <p14:tracePt t="258841" x="7391400" y="5721350"/>
          <p14:tracePt t="258857" x="7391400" y="5588000"/>
          <p14:tracePt t="258874" x="7391400" y="5492750"/>
          <p14:tracePt t="258891" x="7391400" y="5448300"/>
          <p14:tracePt t="258908" x="7385050" y="5403850"/>
          <p14:tracePt t="258925" x="7366000" y="5327650"/>
          <p14:tracePt t="258941" x="7346950" y="5245100"/>
          <p14:tracePt t="258958" x="7334250" y="5130800"/>
          <p14:tracePt t="258974" x="7321550" y="5010150"/>
          <p14:tracePt t="258991" x="7308850" y="4908550"/>
          <p14:tracePt t="259007" x="7302500" y="4838700"/>
          <p14:tracePt t="259024" x="7302500" y="4787900"/>
          <p14:tracePt t="259041" x="7302500" y="4737100"/>
          <p14:tracePt t="259058" x="7302500" y="4654550"/>
          <p14:tracePt t="259074" x="7308850" y="4552950"/>
          <p14:tracePt t="259091" x="7315200" y="4521200"/>
          <p14:tracePt t="259108" x="7321550" y="4483100"/>
          <p14:tracePt t="259125" x="7321550" y="4464050"/>
          <p14:tracePt t="259141" x="7321550" y="4438650"/>
          <p14:tracePt t="259158" x="7327900" y="4425950"/>
          <p14:tracePt t="259175" x="7327900" y="4413250"/>
          <p14:tracePt t="259191" x="7327900" y="4400550"/>
          <p14:tracePt t="259442" x="7327900" y="4413250"/>
          <p14:tracePt t="259449" x="7327900" y="4445000"/>
          <p14:tracePt t="259458" x="7327900" y="4533900"/>
          <p14:tracePt t="259475" x="7327900" y="4641850"/>
          <p14:tracePt t="259492" x="7327900" y="4743450"/>
          <p14:tracePt t="259508" x="7321550" y="4813300"/>
          <p14:tracePt t="259526" x="7315200" y="4883150"/>
          <p14:tracePt t="259542" x="7308850" y="4914900"/>
          <p14:tracePt t="259558" x="7296150" y="4984750"/>
          <p14:tracePt t="259575" x="7277100" y="5073650"/>
          <p14:tracePt t="259592" x="7258050" y="5175250"/>
          <p14:tracePt t="259608" x="7239000" y="5251450"/>
          <p14:tracePt t="259625" x="7232650" y="5276850"/>
          <p14:tracePt t="259641" x="7232650" y="5283200"/>
          <p14:tracePt t="259658" x="7232650" y="5289550"/>
          <p14:tracePt t="259694" x="7232650" y="5295900"/>
          <p14:tracePt t="259708" x="7232650" y="5302250"/>
          <p14:tracePt t="259725" x="7232650" y="5314950"/>
          <p14:tracePt t="259742" x="7232650" y="5334000"/>
          <p14:tracePt t="259758" x="7232650" y="5340350"/>
          <p14:tracePt t="259775" x="7232650" y="5346700"/>
          <p14:tracePt t="259792" x="7232650" y="5365750"/>
          <p14:tracePt t="259808" x="7232650" y="5372100"/>
          <p14:tracePt t="259825" x="7232650" y="5384800"/>
          <p14:tracePt t="259829" x="7232650" y="5391150"/>
          <p14:tracePt t="259845" x="7232650" y="5397500"/>
          <p14:tracePt t="259858" x="7239000" y="5403850"/>
          <p14:tracePt t="259903" x="7239000" y="5410200"/>
          <p14:tracePt t="259927" x="7245350" y="5422900"/>
          <p14:tracePt t="259935" x="7245350" y="5435600"/>
          <p14:tracePt t="259944" x="7251700" y="5441950"/>
          <p14:tracePt t="259959" x="7258050" y="5461000"/>
          <p14:tracePt t="259976" x="7258050" y="5467350"/>
          <p14:tracePt t="260029" x="7264400" y="5467350"/>
          <p14:tracePt t="260044" x="7283450" y="5467350"/>
          <p14:tracePt t="260051" x="7289800" y="5467350"/>
          <p14:tracePt t="260059" x="7308850" y="5467350"/>
          <p14:tracePt t="260110" x="7315200" y="5461000"/>
          <p14:tracePt t="260150" x="7321550" y="5454650"/>
          <p14:tracePt t="260158" x="7327900" y="5448300"/>
          <p14:tracePt t="260166" x="7334250" y="5441950"/>
          <p14:tracePt t="260176" x="7340600" y="5435600"/>
          <p14:tracePt t="260406" x="7346950" y="5435600"/>
          <p14:tracePt t="260414" x="7346950" y="5429250"/>
          <p14:tracePt t="260775" x="7327900" y="5429250"/>
          <p14:tracePt t="260783" x="7302500" y="5429250"/>
          <p14:tracePt t="260793" x="7283450" y="5429250"/>
          <p14:tracePt t="260810" x="7270750" y="5429250"/>
          <p14:tracePt t="260827" x="7258050" y="5429250"/>
          <p14:tracePt t="260861" x="7251700" y="5429250"/>
          <p14:tracePt t="260885" x="7251700" y="5422900"/>
          <p14:tracePt t="260955" x="7251700" y="5416550"/>
          <p14:tracePt t="260963" x="7258050" y="5416550"/>
          <p14:tracePt t="260979" x="7270750" y="5410200"/>
          <p14:tracePt t="260993" x="7277100" y="5403850"/>
          <p14:tracePt t="261010" x="7283450" y="5403850"/>
          <p14:tracePt t="261055" x="7289800" y="5397500"/>
          <p14:tracePt t="261071" x="7296150" y="5397500"/>
          <p14:tracePt t="261079" x="7296150" y="5391150"/>
          <p14:tracePt t="261092" x="7308850" y="5384800"/>
          <p14:tracePt t="261110" x="7315200" y="5372100"/>
          <p14:tracePt t="261126" x="7321550" y="5365750"/>
          <p14:tracePt t="261160" x="7327900" y="5365750"/>
          <p14:tracePt t="261176" x="7327900" y="5359400"/>
          <p14:tracePt t="261193" x="7308850" y="5353050"/>
          <p14:tracePt t="261210" x="7232650" y="5327650"/>
          <p14:tracePt t="261227" x="7207250" y="5321300"/>
          <p14:tracePt t="261243" x="7156450" y="5308600"/>
          <p14:tracePt t="261260" x="7099300" y="5302250"/>
          <p14:tracePt t="261277" x="7067550" y="5302250"/>
          <p14:tracePt t="261293" x="7054850" y="5302250"/>
          <p14:tracePt t="261310" x="7042150" y="5302250"/>
          <p14:tracePt t="261327" x="7016750" y="5302250"/>
          <p14:tracePt t="261343" x="6978650" y="5321300"/>
          <p14:tracePt t="261346" x="6953250" y="5321300"/>
          <p14:tracePt t="261360" x="6940550" y="5321300"/>
          <p14:tracePt t="261377" x="6807200" y="5327650"/>
          <p14:tracePt t="261393" x="6648450" y="5327650"/>
          <p14:tracePt t="261410" x="6419850" y="5321300"/>
          <p14:tracePt t="261427" x="6172200" y="5314950"/>
          <p14:tracePt t="261444" x="6045200" y="5308600"/>
          <p14:tracePt t="261462" x="5810250" y="5308600"/>
          <p14:tracePt t="261477" x="5734050" y="5308600"/>
          <p14:tracePt t="261494" x="5670550" y="5334000"/>
          <p14:tracePt t="261510" x="5588000" y="5359400"/>
          <p14:tracePt t="261527" x="5448300" y="5372100"/>
          <p14:tracePt t="261543" x="5283200" y="5372100"/>
          <p14:tracePt t="261560" x="5111750" y="5372100"/>
          <p14:tracePt t="261577" x="4972050" y="5372100"/>
          <p14:tracePt t="261593" x="4756150" y="5359400"/>
          <p14:tracePt t="261610" x="4603750" y="5359400"/>
          <p14:tracePt t="261627" x="4349750" y="5359400"/>
          <p14:tracePt t="261644" x="3949700" y="5359400"/>
          <p14:tracePt t="261660" x="3536950" y="5359400"/>
          <p14:tracePt t="261677" x="3308350" y="5359400"/>
          <p14:tracePt t="261694" x="3194050" y="5359400"/>
          <p14:tracePt t="261711" x="3149600" y="5346700"/>
          <p14:tracePt t="261744" x="3136900" y="5346700"/>
          <p14:tracePt t="261760" x="3111500" y="5353050"/>
          <p14:tracePt t="261777" x="3067050" y="5353050"/>
          <p14:tracePt t="261794" x="3041650" y="5353050"/>
          <p14:tracePt t="261811" x="3016250" y="5353050"/>
          <p14:tracePt t="261845" x="3009900" y="5353050"/>
          <p14:tracePt t="261861" x="3003550" y="5365750"/>
          <p14:tracePt t="261878" x="2984500" y="5365750"/>
          <p14:tracePt t="261894" x="2946400" y="5384800"/>
          <p14:tracePt t="261911" x="2933700" y="5391150"/>
          <p14:tracePt t="261974" x="2933700" y="5384800"/>
          <p14:tracePt t="261986" x="2927350" y="5359400"/>
          <p14:tracePt t="261995" x="2914650" y="5346700"/>
          <p14:tracePt t="262011" x="2876550" y="5289550"/>
          <p14:tracePt t="262027" x="2800350" y="5213350"/>
          <p14:tracePt t="262044" x="2736850" y="5168900"/>
          <p14:tracePt t="262061" x="2724150" y="5156200"/>
          <p14:tracePt t="262094" x="2717800" y="5143500"/>
          <p14:tracePt t="262111" x="2717800" y="5124450"/>
          <p14:tracePt t="262128" x="2692400" y="5067300"/>
          <p14:tracePt t="262144" x="2654300" y="5029200"/>
          <p14:tracePt t="262161" x="2590800" y="4997450"/>
          <p14:tracePt t="262178" x="2565400" y="4984750"/>
          <p14:tracePt t="262255" x="2559050" y="4984750"/>
          <p14:tracePt t="262262" x="2546350" y="4984750"/>
          <p14:tracePt t="262278" x="2514600" y="4984750"/>
          <p14:tracePt t="262295" x="2508250" y="4984750"/>
          <p14:tracePt t="262311" x="2495550" y="4984750"/>
          <p14:tracePt t="262328" x="2470150" y="4997450"/>
          <p14:tracePt t="262345" x="2438400" y="5016500"/>
          <p14:tracePt t="262361" x="2393950" y="5022850"/>
          <p14:tracePt t="262378" x="2330450" y="5041900"/>
          <p14:tracePt t="262394" x="2279650" y="5054600"/>
          <p14:tracePt t="262411" x="2228850" y="5060950"/>
          <p14:tracePt t="262428" x="2197100" y="5086350"/>
          <p14:tracePt t="262444" x="2159000" y="5111750"/>
          <p14:tracePt t="262461" x="2152650" y="5111750"/>
          <p14:tracePt t="262495" x="2152650" y="5118100"/>
          <p14:tracePt t="262512" x="2146300" y="5124450"/>
          <p14:tracePt t="262534" x="2146300" y="5130800"/>
          <p14:tracePt t="262545" x="2146300" y="5137150"/>
          <p14:tracePt t="262561" x="2146300" y="5149850"/>
          <p14:tracePt t="262578" x="2152650" y="5175250"/>
          <p14:tracePt t="262611" x="2171700" y="5200650"/>
          <p14:tracePt t="262628" x="2184400" y="5219700"/>
          <p14:tracePt t="262645" x="2228850" y="5264150"/>
          <p14:tracePt t="262661" x="2279650" y="5289550"/>
          <p14:tracePt t="262678" x="2324100" y="5295900"/>
          <p14:tracePt t="262695" x="2355850" y="5295900"/>
          <p14:tracePt t="262711" x="2381250" y="5295900"/>
          <p14:tracePt t="262728" x="2393950" y="5295900"/>
          <p14:tracePt t="262745" x="2406650" y="5295900"/>
          <p14:tracePt t="262761" x="2413000" y="5295900"/>
          <p14:tracePt t="262778" x="2425700" y="5295900"/>
          <p14:tracePt t="262795" x="2451100" y="5295900"/>
          <p14:tracePt t="262812" x="2470150" y="5295900"/>
          <p14:tracePt t="262829" x="2514600" y="5295900"/>
          <p14:tracePt t="262845" x="2546350" y="5283200"/>
          <p14:tracePt t="262862" x="2571750" y="5264150"/>
          <p14:tracePt t="262878" x="2616200" y="5257800"/>
          <p14:tracePt t="262895" x="2635250" y="5245100"/>
          <p14:tracePt t="262912" x="2686050" y="5219700"/>
          <p14:tracePt t="262929" x="2743200" y="5213350"/>
          <p14:tracePt t="262945" x="2762250" y="5207000"/>
          <p14:tracePt t="262962" x="2787650" y="5187950"/>
          <p14:tracePt t="262978" x="2787650" y="5181600"/>
          <p14:tracePt t="262995" x="2794000" y="5162550"/>
          <p14:tracePt t="263011" x="2794000" y="5149850"/>
          <p14:tracePt t="263029" x="2794000" y="5124450"/>
          <p14:tracePt t="263045" x="2794000" y="5105400"/>
          <p14:tracePt t="263062" x="2781300" y="5086350"/>
          <p14:tracePt t="263079" x="2755900" y="5054600"/>
          <p14:tracePt t="263095" x="2736850" y="5022850"/>
          <p14:tracePt t="263112" x="2724150" y="5003800"/>
          <p14:tracePt t="263129" x="2705100" y="4978400"/>
          <p14:tracePt t="263145" x="2692400" y="4972050"/>
          <p14:tracePt t="263162" x="2679700" y="4959350"/>
          <p14:tracePt t="263179" x="2641600" y="4940300"/>
          <p14:tracePt t="263195" x="2584450" y="4902200"/>
          <p14:tracePt t="263211" x="2546350" y="4889500"/>
          <p14:tracePt t="263229" x="2470150" y="4857750"/>
          <p14:tracePt t="263245" x="2432050" y="4851400"/>
          <p14:tracePt t="263262" x="2400300" y="4851400"/>
          <p14:tracePt t="263279" x="2374900" y="4851400"/>
          <p14:tracePt t="263295" x="2336800" y="4851400"/>
          <p14:tracePt t="263312" x="2311400" y="4851400"/>
          <p14:tracePt t="263329" x="2279650" y="4851400"/>
          <p14:tracePt t="263345" x="2254250" y="4851400"/>
          <p14:tracePt t="263362" x="2247900" y="4851400"/>
          <p14:tracePt t="263379" x="2228850" y="4857750"/>
          <p14:tracePt t="263395" x="2190750" y="4864100"/>
          <p14:tracePt t="263412" x="2146300" y="4870450"/>
          <p14:tracePt t="263429" x="2089150" y="4889500"/>
          <p14:tracePt t="263446" x="2051050" y="4895850"/>
          <p14:tracePt t="263463" x="2025650" y="4908550"/>
          <p14:tracePt t="263479" x="1974850" y="4940300"/>
          <p14:tracePt t="263495" x="1936750" y="4959350"/>
          <p14:tracePt t="263512" x="1905000" y="4978400"/>
          <p14:tracePt t="263529" x="1879600" y="4997450"/>
          <p14:tracePt t="263546" x="1860550" y="5022850"/>
          <p14:tracePt t="263562" x="1854200" y="5041900"/>
          <p14:tracePt t="263579" x="1847850" y="5054600"/>
          <p14:tracePt t="263596" x="1847850" y="5067300"/>
          <p14:tracePt t="263613" x="1847850" y="5092700"/>
          <p14:tracePt t="263629" x="1860550" y="5124450"/>
          <p14:tracePt t="263645" x="1866900" y="5168900"/>
          <p14:tracePt t="263662" x="1885950" y="5213350"/>
          <p14:tracePt t="263679" x="1892300" y="5232400"/>
          <p14:tracePt t="263696" x="1924050" y="5264150"/>
          <p14:tracePt t="263712" x="1943100" y="5283200"/>
          <p14:tracePt t="263729" x="2000250" y="5302250"/>
          <p14:tracePt t="263746" x="2012950" y="5302250"/>
          <p14:tracePt t="263763" x="2038350" y="5308600"/>
          <p14:tracePt t="263779" x="2070100" y="5321300"/>
          <p14:tracePt t="263797" x="2114550" y="5321300"/>
          <p14:tracePt t="263813" x="2152650" y="5327650"/>
          <p14:tracePt t="263829" x="2190750" y="5327650"/>
          <p14:tracePt t="263845" x="2209800" y="5327650"/>
          <p14:tracePt t="263862" x="2241550" y="5327650"/>
          <p14:tracePt t="263879" x="2266950" y="5327650"/>
          <p14:tracePt t="263896" x="2286000" y="5314950"/>
          <p14:tracePt t="263913" x="2317750" y="5314950"/>
          <p14:tracePt t="263929" x="2343150" y="5302250"/>
          <p14:tracePt t="263946" x="2400300" y="5295900"/>
          <p14:tracePt t="263963" x="2419350" y="5295900"/>
          <p14:tracePt t="263980" x="2476500" y="5295900"/>
          <p14:tracePt t="263997" x="2508250" y="5295900"/>
          <p14:tracePt t="264013" x="2520950" y="5295900"/>
          <p14:tracePt t="264030" x="2533650" y="5289550"/>
          <p14:tracePt t="264046" x="2559050" y="5270500"/>
          <p14:tracePt t="264063" x="2571750" y="5257800"/>
          <p14:tracePt t="264079" x="2584450" y="5251450"/>
          <p14:tracePt t="264096" x="2590800" y="5245100"/>
          <p14:tracePt t="264113" x="2597150" y="5232400"/>
          <p14:tracePt t="264129" x="2603500" y="5232400"/>
          <p14:tracePt t="264147" x="2609850" y="5207000"/>
          <p14:tracePt t="264163" x="2622550" y="5194300"/>
          <p14:tracePt t="264180" x="2635250" y="5162550"/>
          <p14:tracePt t="264197" x="2635250" y="5130800"/>
          <p14:tracePt t="264213" x="2635250" y="5111750"/>
          <p14:tracePt t="264229" x="2635250" y="5092700"/>
          <p14:tracePt t="264246" x="2635250" y="5060950"/>
          <p14:tracePt t="264263" x="2628900" y="5048250"/>
          <p14:tracePt t="264280" x="2622550" y="5035550"/>
          <p14:tracePt t="264297" x="2590800" y="5003800"/>
          <p14:tracePt t="264313" x="2559050" y="4984750"/>
          <p14:tracePt t="264330" x="2501900" y="4953000"/>
          <p14:tracePt t="264346" x="2451100" y="4933950"/>
          <p14:tracePt t="264363" x="2406650" y="4927600"/>
          <p14:tracePt t="264380" x="2393950" y="4927600"/>
          <p14:tracePt t="264397" x="2349500" y="4921250"/>
          <p14:tracePt t="264414" x="2330450" y="4914900"/>
          <p14:tracePt t="264430" x="2305050" y="4914900"/>
          <p14:tracePt t="264447" x="2266950" y="4908550"/>
          <p14:tracePt t="264463" x="2235200" y="4908550"/>
          <p14:tracePt t="264480" x="2209800" y="4908550"/>
          <p14:tracePt t="264497" x="2184400" y="4908550"/>
          <p14:tracePt t="264513" x="2171700" y="4908550"/>
          <p14:tracePt t="264530" x="2146300" y="4908550"/>
          <p14:tracePt t="264547" x="2114550" y="4908550"/>
          <p14:tracePt t="264563" x="2108200" y="4914900"/>
          <p14:tracePt t="264581" x="2070100" y="4927600"/>
          <p14:tracePt t="264597" x="2051050" y="4946650"/>
          <p14:tracePt t="264614" x="2025650" y="4965700"/>
          <p14:tracePt t="264630" x="2006600" y="4978400"/>
          <p14:tracePt t="264647" x="1987550" y="4997450"/>
          <p14:tracePt t="264663" x="1962150" y="5016500"/>
          <p14:tracePt t="264680" x="1949450" y="5041900"/>
          <p14:tracePt t="264697" x="1924050" y="5073650"/>
          <p14:tracePt t="264713" x="1905000" y="5099050"/>
          <p14:tracePt t="264730" x="1892300" y="5130800"/>
          <p14:tracePt t="264747" x="1892300" y="5149850"/>
          <p14:tracePt t="264763" x="1879600" y="5175250"/>
          <p14:tracePt t="264780" x="1879600" y="5200650"/>
          <p14:tracePt t="264797" x="1879600" y="5238750"/>
          <p14:tracePt t="264814" x="1885950" y="5289550"/>
          <p14:tracePt t="264831" x="1911350" y="5334000"/>
          <p14:tracePt t="264847" x="1936750" y="5359400"/>
          <p14:tracePt t="264863" x="1968500" y="5391150"/>
          <p14:tracePt t="264880" x="2006600" y="5435600"/>
          <p14:tracePt t="264897" x="2070100" y="5467350"/>
          <p14:tracePt t="264913" x="2120900" y="5473700"/>
          <p14:tracePt t="264930" x="2209800" y="5486400"/>
          <p14:tracePt t="264947" x="2286000" y="5486400"/>
          <p14:tracePt t="264963" x="2317750" y="5486400"/>
          <p14:tracePt t="264981" x="2362200" y="5480050"/>
          <p14:tracePt t="264997" x="2413000" y="5454650"/>
          <p14:tracePt t="265014" x="2463800" y="5435600"/>
          <p14:tracePt t="265030" x="2508250" y="5410200"/>
          <p14:tracePt t="265047" x="2527300" y="5397500"/>
          <p14:tracePt t="265064" x="2559050" y="5384800"/>
          <p14:tracePt t="265081" x="2578100" y="5365750"/>
          <p14:tracePt t="265097" x="2597150" y="5346700"/>
          <p14:tracePt t="265114" x="2616200" y="5314950"/>
          <p14:tracePt t="265130" x="2628900" y="5283200"/>
          <p14:tracePt t="265147" x="2635250" y="5251450"/>
          <p14:tracePt t="265164" x="2641600" y="5219700"/>
          <p14:tracePt t="265180" x="2641600" y="5187950"/>
          <p14:tracePt t="265197" x="2641600" y="5168900"/>
          <p14:tracePt t="265214" x="2641600" y="5149850"/>
          <p14:tracePt t="265231" x="2641600" y="5137150"/>
          <p14:tracePt t="265248" x="2641600" y="5130800"/>
          <p14:tracePt t="265265" x="2635250" y="5105400"/>
          <p14:tracePt t="265281" x="2616200" y="5086350"/>
          <p14:tracePt t="265297" x="2584450" y="5041900"/>
          <p14:tracePt t="265313" x="2540000" y="4997450"/>
          <p14:tracePt t="265331" x="2482850" y="4959350"/>
          <p14:tracePt t="265334" x="2470150" y="4953000"/>
          <p14:tracePt t="265347" x="2457450" y="4953000"/>
          <p14:tracePt t="265364" x="2432050" y="4953000"/>
          <p14:tracePt t="265381" x="2381250" y="4972050"/>
          <p14:tracePt t="265397" x="2355850" y="5003800"/>
          <p14:tracePt t="265414" x="2336800" y="5035550"/>
          <p14:tracePt t="265431" x="2324100" y="5060950"/>
          <p14:tracePt t="265448" x="2324100" y="5067300"/>
          <p14:tracePt t="265465" x="2324100" y="5080000"/>
          <p14:tracePt t="265481" x="2330450" y="5092700"/>
          <p14:tracePt t="265498" x="2343150" y="5105400"/>
          <p14:tracePt t="265514" x="2355850" y="5118100"/>
          <p14:tracePt t="265622" x="2355850" y="5124450"/>
          <p14:tracePt t="265639" x="2355850" y="5137150"/>
          <p14:tracePt t="265647" x="2355850" y="5143500"/>
          <p14:tracePt t="265655" x="2355850" y="5156200"/>
          <p14:tracePt t="265665" x="2355850" y="5168900"/>
          <p14:tracePt t="265682" x="2362200" y="5181600"/>
          <p14:tracePt t="265698" x="2362200" y="5200650"/>
          <p14:tracePt t="265714" x="2368550" y="5219700"/>
          <p14:tracePt t="265731" x="2400300" y="5270500"/>
          <p14:tracePt t="265748" x="2463800" y="5321300"/>
          <p14:tracePt t="265764" x="2578100" y="5403850"/>
          <p14:tracePt t="265781" x="2686050" y="5454650"/>
          <p14:tracePt t="265798" x="2749550" y="5486400"/>
          <p14:tracePt t="265814" x="2755900" y="5486400"/>
          <p14:tracePt t="265832" x="2768600" y="5486400"/>
          <p14:tracePt t="265837" x="2787650" y="5486400"/>
          <p14:tracePt t="265848" x="2813050" y="5473700"/>
          <p14:tracePt t="265865" x="2876550" y="5473700"/>
          <p14:tracePt t="265882" x="3054350" y="5492750"/>
          <p14:tracePt t="265898" x="3340100" y="5568950"/>
          <p14:tracePt t="265915" x="3606800" y="5657850"/>
          <p14:tracePt t="265932" x="3759200" y="5715000"/>
          <p14:tracePt t="265948" x="3790950" y="5727700"/>
          <p14:tracePt t="265965" x="3829050" y="5727700"/>
          <p14:tracePt t="265981" x="3867150" y="5734050"/>
          <p14:tracePt t="265998" x="3898900" y="5740400"/>
          <p14:tracePt t="266015" x="3962400" y="5753100"/>
          <p14:tracePt t="266033" x="4051300" y="5772150"/>
          <p14:tracePt t="266048" x="4133850" y="5797550"/>
          <p14:tracePt t="266065" x="4203700" y="5816600"/>
          <p14:tracePt t="266082" x="4362450" y="5854700"/>
          <p14:tracePt t="266098" x="4438650" y="5873750"/>
          <p14:tracePt t="266115" x="4699000" y="5937250"/>
          <p14:tracePt t="266132" x="4908550" y="5981700"/>
          <p14:tracePt t="266148" x="4984750" y="6007100"/>
          <p14:tracePt t="266255" x="4984750" y="5988050"/>
          <p14:tracePt t="266262" x="4991100" y="5988050"/>
          <p14:tracePt t="266271" x="4991100" y="5981700"/>
          <p14:tracePt t="266281" x="4991100" y="5975350"/>
          <p14:tracePt t="266298" x="4991100" y="5969000"/>
          <p14:tracePt t="266315" x="4991100" y="5962650"/>
          <p14:tracePt t="266415" x="4997450" y="5962650"/>
          <p14:tracePt t="266435" x="4997450" y="5956300"/>
          <p14:tracePt t="266451" x="5003800" y="5956300"/>
          <p14:tracePt t="266489" x="5003800" y="5949950"/>
          <p14:tracePt t="266498" x="5010150" y="5943600"/>
          <p14:tracePt t="266519" x="5022850" y="5937250"/>
          <p14:tracePt t="266535" x="5029200" y="5937250"/>
          <p14:tracePt t="266540" x="5029200" y="5930900"/>
          <p14:tracePt t="266558" x="5035550" y="5930900"/>
          <p14:tracePt t="266568" x="5041900" y="5930900"/>
          <p14:tracePt t="266581" x="5048250" y="5924550"/>
          <p14:tracePt t="266598" x="5048250" y="5918200"/>
          <p14:tracePt t="266629" x="5054600" y="5918200"/>
          <p14:tracePt t="266789" x="5060950" y="5918200"/>
          <p14:tracePt t="266919" x="5067300" y="5918200"/>
          <p14:tracePt t="266943" x="5080000" y="5918200"/>
          <p14:tracePt t="266971" x="5086350" y="5918200"/>
          <p14:tracePt t="266990" x="5092700" y="5918200"/>
          <p14:tracePt t="268291" x="5099050" y="5911850"/>
          <p14:tracePt t="268306" x="5111750" y="5905500"/>
          <p14:tracePt t="268319" x="5118100" y="5892800"/>
          <p14:tracePt t="268326" x="5124450" y="5880100"/>
          <p14:tracePt t="268336" x="5130800" y="5873750"/>
          <p14:tracePt t="268818" x="5137150" y="5873750"/>
          <p14:tracePt t="268827" x="5143500" y="5873750"/>
          <p14:tracePt t="268845" x="5156200" y="5867400"/>
          <p14:tracePt t="268854" x="5162550" y="5854700"/>
          <p14:tracePt t="268867" x="5175250" y="5848350"/>
          <p14:tracePt t="268884" x="5181600" y="5822950"/>
          <p14:tracePt t="268901" x="5187950" y="5759450"/>
          <p14:tracePt t="268917" x="5187950" y="5721350"/>
          <p14:tracePt t="268934" x="5194300" y="5702300"/>
          <p14:tracePt t="268951" x="5194300" y="5695950"/>
          <p14:tracePt t="268968" x="5194300" y="5689600"/>
          <p14:tracePt t="268984" x="5194300" y="5683250"/>
          <p14:tracePt t="269001" x="5194300" y="5670550"/>
          <p14:tracePt t="269018" x="5194300" y="5657850"/>
          <p14:tracePt t="269034" x="5194300" y="5651500"/>
          <p14:tracePt t="269144" x="5187950" y="5651500"/>
          <p14:tracePt t="269167" x="5181600" y="5651500"/>
          <p14:tracePt t="269191" x="5175250" y="5651500"/>
          <p14:tracePt t="269230" x="5168900" y="5645150"/>
          <p14:tracePt t="269238" x="5162550" y="5638800"/>
          <p14:tracePt t="269255" x="5162550" y="5632450"/>
          <p14:tracePt t="269271" x="5156200" y="5626100"/>
          <p14:tracePt t="269285" x="5149850" y="5613400"/>
          <p14:tracePt t="269301" x="5143500" y="5607050"/>
          <p14:tracePt t="269358" x="5130800" y="5600700"/>
          <p14:tracePt t="269375" x="5124450" y="5600700"/>
          <p14:tracePt t="269383" x="5111750" y="5600700"/>
          <p14:tracePt t="269391" x="5099050" y="5594350"/>
          <p14:tracePt t="269407" x="5086350" y="5594350"/>
          <p14:tracePt t="269419" x="5080000" y="5594350"/>
          <p14:tracePt t="269435" x="5060950" y="5594350"/>
          <p14:tracePt t="269454" x="5035550" y="5594350"/>
          <p14:tracePt t="269469" x="5022850" y="5594350"/>
          <p14:tracePt t="269485" x="4997450" y="5594350"/>
          <p14:tracePt t="269502" x="4978400" y="5594350"/>
          <p14:tracePt t="269518" x="4959350" y="5594350"/>
          <p14:tracePt t="269535" x="4953000" y="5594350"/>
          <p14:tracePt t="269551" x="4940300" y="5594350"/>
          <p14:tracePt t="269568" x="4933950" y="5600700"/>
          <p14:tracePt t="269585" x="4927600" y="5600700"/>
          <p14:tracePt t="269602" x="4895850" y="5619750"/>
          <p14:tracePt t="269619" x="4845050" y="5651500"/>
          <p14:tracePt t="269635" x="4806950" y="5670550"/>
          <p14:tracePt t="269652" x="4775200" y="5689600"/>
          <p14:tracePt t="269669" x="4768850" y="5695950"/>
          <p14:tracePt t="269741" x="4768850" y="5702300"/>
          <p14:tracePt t="269765" x="4768850" y="5715000"/>
          <p14:tracePt t="269773" x="4768850" y="5734050"/>
          <p14:tracePt t="269785" x="4775200" y="5753100"/>
          <p14:tracePt t="269802" x="4781550" y="5784850"/>
          <p14:tracePt t="269818" x="4800600" y="5803900"/>
          <p14:tracePt t="269835" x="4800600" y="5816600"/>
          <p14:tracePt t="269881" x="4806950" y="5816600"/>
          <p14:tracePt t="269983" x="4813300" y="5816600"/>
          <p14:tracePt t="270102" x="4819650" y="5816600"/>
          <p14:tracePt t="270123" x="4826000" y="5816600"/>
          <p14:tracePt t="270139" x="4832350" y="5816600"/>
          <p14:tracePt t="270155" x="4838700" y="5810250"/>
          <p14:tracePt t="270161" x="4845050" y="5810250"/>
          <p14:tracePt t="270197" x="4851400" y="5810250"/>
          <p14:tracePt t="270205" x="4851400" y="5803900"/>
          <p14:tracePt t="270263" x="4857750" y="5803900"/>
          <p14:tracePt t="270279" x="4857750" y="5797550"/>
          <p14:tracePt t="270311" x="4864100" y="5797550"/>
          <p14:tracePt t="270319" x="4870450" y="5791200"/>
          <p14:tracePt t="270357" x="4876800" y="5784850"/>
          <p14:tracePt t="270450" x="4883150" y="5784850"/>
          <p14:tracePt t="270459" x="4889500" y="5784850"/>
          <p14:tracePt t="270483" x="4889500" y="5778500"/>
          <p14:tracePt t="271775" x="4883150" y="5778500"/>
          <p14:tracePt t="271782" x="4851400" y="5791200"/>
          <p14:tracePt t="271788" x="4813300" y="5810250"/>
          <p14:tracePt t="271804" x="4667250" y="5810250"/>
          <p14:tracePt t="271820" x="4229100" y="5734050"/>
          <p14:tracePt t="271837" x="3683000" y="5530850"/>
          <p14:tracePt t="271854" x="3263900" y="5365750"/>
          <p14:tracePt t="271870" x="3162300" y="5327650"/>
          <p14:tracePt t="271894" x="3143250" y="5346700"/>
          <p14:tracePt t="271903" x="3136900" y="5365750"/>
          <p14:tracePt t="271921" x="3086100" y="5378450"/>
          <p14:tracePt t="271937" x="2927350" y="5334000"/>
          <p14:tracePt t="271954" x="2546350" y="5149850"/>
          <p14:tracePt t="271971" x="2127250" y="4946650"/>
          <p14:tracePt t="271988" x="2057400" y="4895850"/>
          <p14:tracePt t="272004" x="2095500" y="4889500"/>
          <p14:tracePt t="272021" x="2178050" y="4908550"/>
          <p14:tracePt t="272037" x="2273300" y="4965700"/>
          <p14:tracePt t="272054" x="2266950" y="4997450"/>
          <p14:tracePt t="272071" x="2235200" y="5010150"/>
          <p14:tracePt t="272087" x="2165350" y="5010150"/>
          <p14:tracePt t="272104" x="2127250" y="5022850"/>
          <p14:tracePt t="272138" x="2127250" y="5035550"/>
          <p14:tracePt t="272154" x="2139950" y="5035550"/>
          <p14:tracePt t="272269" x="2159000" y="5035550"/>
          <p14:tracePt t="272277" x="2171700" y="5035550"/>
          <p14:tracePt t="272287" x="2197100" y="5035550"/>
          <p14:tracePt t="272304" x="2247900" y="5041900"/>
          <p14:tracePt t="272321" x="2266950" y="5048250"/>
          <p14:tracePt t="272338" x="2298700" y="5060950"/>
          <p14:tracePt t="272355" x="2305050" y="5067300"/>
          <p14:tracePt t="272371" x="2336800" y="5092700"/>
          <p14:tracePt t="272388" x="2349500" y="5099050"/>
          <p14:tracePt t="272391" x="2355850" y="5099050"/>
          <p14:tracePt t="272414" x="2362200" y="5099050"/>
          <p14:tracePt t="272429" x="2368550" y="5099050"/>
          <p14:tracePt t="272440" x="2381250" y="5099050"/>
          <p14:tracePt t="272454" x="2425700" y="5099050"/>
          <p14:tracePt t="272471" x="2482850" y="5080000"/>
          <p14:tracePt t="272488" x="2527300" y="5067300"/>
          <p14:tracePt t="272504" x="2540000" y="5067300"/>
          <p14:tracePt t="272521" x="2540000" y="5060950"/>
          <p14:tracePt t="272554" x="2546350" y="5060950"/>
          <p14:tracePt t="272574" x="2546350" y="5048250"/>
          <p14:tracePt t="272598" x="2546350" y="5041900"/>
          <p14:tracePt t="272615" x="2546350" y="5035550"/>
          <p14:tracePt t="272623" x="2546350" y="5022850"/>
          <p14:tracePt t="272638" x="2527300" y="5003800"/>
          <p14:tracePt t="272655" x="2501900" y="4984750"/>
          <p14:tracePt t="272671" x="2482850" y="4965700"/>
          <p14:tracePt t="272688" x="2463800" y="4965700"/>
          <p14:tracePt t="272704" x="2438400" y="4965700"/>
          <p14:tracePt t="272721" x="2400300" y="4959350"/>
          <p14:tracePt t="272738" x="2362200" y="4959350"/>
          <p14:tracePt t="272755" x="2292350" y="4959350"/>
          <p14:tracePt t="272772" x="2228850" y="4959350"/>
          <p14:tracePt t="272788" x="2203450" y="4959350"/>
          <p14:tracePt t="272805" x="2178050" y="4959350"/>
          <p14:tracePt t="272821" x="2152650" y="4959350"/>
          <p14:tracePt t="272838" x="2133600" y="4959350"/>
          <p14:tracePt t="272855" x="2101850" y="4978400"/>
          <p14:tracePt t="272871" x="2082800" y="4997450"/>
          <p14:tracePt t="272875" x="2076450" y="5003800"/>
          <p14:tracePt t="272888" x="2063750" y="5010150"/>
          <p14:tracePt t="272905" x="2044700" y="5035550"/>
          <p14:tracePt t="272922" x="2025650" y="5067300"/>
          <p14:tracePt t="272939" x="2019300" y="5080000"/>
          <p14:tracePt t="272955" x="2012950" y="5092700"/>
          <p14:tracePt t="272972" x="2012950" y="5099050"/>
          <p14:tracePt t="272989" x="2012950" y="5118100"/>
          <p14:tracePt t="273005" x="2012950" y="5137150"/>
          <p14:tracePt t="273022" x="2012950" y="5162550"/>
          <p14:tracePt t="273038" x="2012950" y="5187950"/>
          <p14:tracePt t="273055" x="2025650" y="5213350"/>
          <p14:tracePt t="273072" x="2038350" y="5238750"/>
          <p14:tracePt t="273089" x="2095500" y="5276850"/>
          <p14:tracePt t="273105" x="2146300" y="5289550"/>
          <p14:tracePt t="273122" x="2197100" y="5302250"/>
          <p14:tracePt t="273139" x="2228850" y="5314950"/>
          <p14:tracePt t="273156" x="2279650" y="5327650"/>
          <p14:tracePt t="273173" x="2336800" y="5327650"/>
          <p14:tracePt t="273189" x="2374900" y="5314950"/>
          <p14:tracePt t="273205" x="2406650" y="5289550"/>
          <p14:tracePt t="273222" x="2432050" y="5276850"/>
          <p14:tracePt t="273239" x="2457450" y="5257800"/>
          <p14:tracePt t="273255" x="2476500" y="5251450"/>
          <p14:tracePt t="273272" x="2489200" y="5238750"/>
          <p14:tracePt t="273289" x="2508250" y="5238750"/>
          <p14:tracePt t="273305" x="2514600" y="5226050"/>
          <p14:tracePt t="273322" x="2520950" y="5219700"/>
          <p14:tracePt t="273339" x="2527300" y="5213350"/>
          <p14:tracePt t="273535" x="2540000" y="5232400"/>
          <p14:tracePt t="273541" x="2590800" y="5289550"/>
          <p14:tracePt t="273556" x="2667000" y="5346700"/>
          <p14:tracePt t="273573" x="2736850" y="5397500"/>
          <p14:tracePt t="273589" x="2794000" y="5422900"/>
          <p14:tracePt t="273606" x="2901950" y="5473700"/>
          <p14:tracePt t="273623" x="3016250" y="5511800"/>
          <p14:tracePt t="273640" x="3111500" y="5537200"/>
          <p14:tracePt t="273656" x="3187700" y="5556250"/>
          <p14:tracePt t="273673" x="3225800" y="5562600"/>
          <p14:tracePt t="273689" x="3289300" y="5581650"/>
          <p14:tracePt t="273705" x="3441700" y="5632450"/>
          <p14:tracePt t="273722" x="3740150" y="5727700"/>
          <p14:tracePt t="273739" x="4064000" y="5810250"/>
          <p14:tracePt t="273756" x="4292600" y="5848350"/>
          <p14:tracePt t="273773" x="4445000" y="5854700"/>
          <p14:tracePt t="273789" x="4457700" y="5854700"/>
          <p14:tracePt t="273806" x="4483100" y="5854700"/>
          <p14:tracePt t="273823" x="4533900" y="5835650"/>
          <p14:tracePt t="273839" x="4584700" y="5822950"/>
          <p14:tracePt t="273857" x="4749800" y="5803900"/>
          <p14:tracePt t="273874" x="4883150" y="5803900"/>
          <p14:tracePt t="273889" x="5003800" y="5797550"/>
          <p14:tracePt t="273905" x="5073650" y="5784850"/>
          <p14:tracePt t="273922" x="5099050" y="5778500"/>
          <p14:tracePt t="273939" x="5143500" y="5772150"/>
          <p14:tracePt t="273956" x="5181600" y="5765800"/>
          <p14:tracePt t="273972" x="5245100" y="5765800"/>
          <p14:tracePt t="273989" x="5276850" y="5765800"/>
          <p14:tracePt t="274006" x="5308600" y="5778500"/>
          <p14:tracePt t="274023" x="5334000" y="5791200"/>
          <p14:tracePt t="274040" x="5365750" y="5803900"/>
          <p14:tracePt t="274056" x="5403850" y="5803900"/>
          <p14:tracePt t="274073" x="5467350" y="5816600"/>
          <p14:tracePt t="274089" x="5575300" y="5848350"/>
          <p14:tracePt t="274106" x="5670550" y="5867400"/>
          <p14:tracePt t="274123" x="5715000" y="5873750"/>
          <p14:tracePt t="274139" x="5727700" y="5873750"/>
          <p14:tracePt t="274157" x="5753100" y="5873750"/>
          <p14:tracePt t="274173" x="5765800" y="5867400"/>
          <p14:tracePt t="274189" x="5784850" y="5848350"/>
          <p14:tracePt t="274206" x="5810250" y="5822950"/>
          <p14:tracePt t="274223" x="5829300" y="5791200"/>
          <p14:tracePt t="274239" x="5854700" y="5772150"/>
          <p14:tracePt t="274256" x="5867400" y="5759450"/>
          <p14:tracePt t="274273" x="5873750" y="5753100"/>
          <p14:tracePt t="274329" x="5880100" y="5746750"/>
          <p14:tracePt t="274354" x="5899150" y="5746750"/>
          <p14:tracePt t="274362" x="5930900" y="5740400"/>
          <p14:tracePt t="274373" x="5969000" y="5740400"/>
          <p14:tracePt t="274390" x="5981700" y="5740400"/>
          <p14:tracePt t="274541" x="5988050" y="5740400"/>
          <p14:tracePt t="274558" x="6000750" y="5734050"/>
          <p14:tracePt t="274573" x="6007100" y="5734050"/>
          <p14:tracePt t="274581" x="6013450" y="5734050"/>
          <p14:tracePt t="274589" x="6026150" y="5734050"/>
          <p14:tracePt t="274606" x="6045200" y="5734050"/>
          <p14:tracePt t="274623" x="6140450" y="5734050"/>
          <p14:tracePt t="274640" x="6165850" y="5734050"/>
          <p14:tracePt t="274657" x="6400800" y="5721350"/>
          <p14:tracePt t="274673" x="6572250" y="5695950"/>
          <p14:tracePt t="274690" x="6686550" y="5657850"/>
          <p14:tracePt t="274706" x="6762750" y="5600700"/>
          <p14:tracePt t="274723" x="6788150" y="5568950"/>
          <p14:tracePt t="274740" x="6838950" y="5499100"/>
          <p14:tracePt t="274757" x="6940550" y="5397500"/>
          <p14:tracePt t="274773" x="7016750" y="5340350"/>
          <p14:tracePt t="274790" x="7092950" y="5302250"/>
          <p14:tracePt t="274807" x="7099300" y="5295900"/>
          <p14:tracePt t="274853" x="7105650" y="5283200"/>
          <p14:tracePt t="274861" x="7105650" y="5276850"/>
          <p14:tracePt t="274877" x="7112000" y="5264150"/>
          <p14:tracePt t="274890" x="7118350" y="5251450"/>
          <p14:tracePt t="274907" x="7131050" y="5238750"/>
          <p14:tracePt t="274923" x="7137400" y="5232400"/>
          <p14:tracePt t="274949" x="7143750" y="5226050"/>
          <p14:tracePt t="274974" x="7156450" y="5226050"/>
          <p14:tracePt t="274981" x="7162800" y="5226050"/>
          <p14:tracePt t="274990" x="7188200" y="5219700"/>
          <p14:tracePt t="275008" x="7232650" y="5207000"/>
          <p14:tracePt t="275024" x="7258050" y="5207000"/>
          <p14:tracePt t="275041" x="7270750" y="5207000"/>
          <p14:tracePt t="275057" x="7277100" y="5226050"/>
          <p14:tracePt t="275073" x="7277100" y="5264150"/>
          <p14:tracePt t="275090" x="7277100" y="5289550"/>
          <p14:tracePt t="275107" x="7277100" y="5308600"/>
          <p14:tracePt t="275123" x="7277100" y="5321300"/>
          <p14:tracePt t="275141" x="7277100" y="5327650"/>
          <p14:tracePt t="275157" x="7277100" y="5334000"/>
          <p14:tracePt t="275174" x="7277100" y="5340350"/>
          <p14:tracePt t="275190" x="7277100" y="5359400"/>
          <p14:tracePt t="275207" x="7277100" y="5365750"/>
          <p14:tracePt t="275224" x="7270750" y="5372100"/>
          <p14:tracePt t="275241" x="7270750" y="5378450"/>
          <p14:tracePt t="275286" x="7264400" y="5378450"/>
          <p14:tracePt t="275295" x="7258050" y="5378450"/>
          <p14:tracePt t="275308" x="7251700" y="5384800"/>
          <p14:tracePt t="275324" x="7207250" y="5416550"/>
          <p14:tracePt t="275341" x="7181850" y="5429250"/>
          <p14:tracePt t="275357" x="7175500" y="5435600"/>
          <p14:tracePt t="275406" x="7169150" y="5441950"/>
          <p14:tracePt t="275449" x="7156450" y="5441950"/>
          <p14:tracePt t="275455" x="7137400" y="5441950"/>
          <p14:tracePt t="275463" x="7118350" y="5435600"/>
          <p14:tracePt t="275475" x="7086600" y="5429250"/>
          <p14:tracePt t="275491" x="7048500" y="5416550"/>
          <p14:tracePt t="275508" x="7016750" y="5403850"/>
          <p14:tracePt t="275525" x="6972300" y="5372100"/>
          <p14:tracePt t="275541" x="6940550" y="5340350"/>
          <p14:tracePt t="275557" x="6934200" y="5340350"/>
          <p14:tracePt t="275591" x="6927850" y="5340350"/>
          <p14:tracePt t="275607" x="6908800" y="5334000"/>
          <p14:tracePt t="275651" x="6896100" y="5334000"/>
          <p14:tracePt t="275660" x="6864350" y="5327650"/>
          <p14:tracePt t="275675" x="6826250" y="5327650"/>
          <p14:tracePt t="275691" x="6769100" y="5327650"/>
          <p14:tracePt t="275709" x="6756400" y="5327650"/>
          <p14:tracePt t="275766" x="6743700" y="5327650"/>
          <p14:tracePt t="275773" x="6724650" y="5327650"/>
          <p14:tracePt t="275781" x="6699250" y="5327650"/>
          <p14:tracePt t="275790" x="6667500" y="5327650"/>
          <p14:tracePt t="275808" x="6559550" y="5314950"/>
          <p14:tracePt t="275824" x="6508750" y="5302250"/>
          <p14:tracePt t="276111" x="6515100" y="5302250"/>
          <p14:tracePt t="276127" x="6534150" y="5302250"/>
          <p14:tracePt t="276144" x="6546850" y="5302250"/>
          <p14:tracePt t="276151" x="6559550" y="5302250"/>
          <p14:tracePt t="276158" x="6572250" y="5302250"/>
          <p14:tracePt t="276175" x="6578600" y="5302250"/>
          <p14:tracePt t="276191" x="6584950" y="5308600"/>
          <p14:tracePt t="276209" x="6610350" y="5321300"/>
          <p14:tracePt t="276225" x="6635750" y="5327650"/>
          <p14:tracePt t="276242" x="6654800" y="5334000"/>
          <p14:tracePt t="276365" x="6661150" y="5334000"/>
          <p14:tracePt t="276381" x="6667500" y="5334000"/>
          <p14:tracePt t="276389" x="6673850" y="5334000"/>
          <p14:tracePt t="276405" x="6680200" y="5334000"/>
          <p14:tracePt t="276437" x="6686550" y="5334000"/>
          <p14:tracePt t="276445" x="6692900" y="5334000"/>
          <p14:tracePt t="276459" x="6699250" y="5334000"/>
          <p14:tracePt t="276476" x="6731000" y="5334000"/>
          <p14:tracePt t="276493" x="6756400" y="5340350"/>
          <p14:tracePt t="276509" x="6769100" y="5340350"/>
          <p14:tracePt t="276526" x="6781800" y="5340350"/>
          <p14:tracePt t="276542" x="6788150" y="5340350"/>
          <p14:tracePt t="276576" x="6800850" y="5340350"/>
          <p14:tracePt t="276592" x="6813550" y="5340350"/>
          <p14:tracePt t="276608" x="6826250" y="5340350"/>
          <p14:tracePt t="276625" x="6845300" y="5340350"/>
          <p14:tracePt t="276642" x="6851650" y="5340350"/>
          <p14:tracePt t="276675" x="6858000" y="5340350"/>
          <p14:tracePt t="276692" x="6864350" y="5340350"/>
          <p14:tracePt t="276709" x="6877050" y="5340350"/>
          <p14:tracePt t="276725" x="6889750" y="5340350"/>
          <p14:tracePt t="276742" x="6902450" y="5340350"/>
          <p14:tracePt t="276759" x="6908800" y="5340350"/>
          <p14:tracePt t="277058" x="6915150" y="5340350"/>
          <p14:tracePt t="277066" x="6921500" y="5334000"/>
          <p14:tracePt t="277090" x="6927850" y="5327650"/>
          <p14:tracePt t="277135" x="6934200" y="5327650"/>
          <p14:tracePt t="277159" x="6940550" y="5321300"/>
          <p14:tracePt t="277167" x="6946900" y="5314950"/>
          <p14:tracePt t="277182" x="6959600" y="5314950"/>
          <p14:tracePt t="277198" x="6965950" y="5308600"/>
          <p14:tracePt t="277231" x="6972300" y="5302250"/>
          <p14:tracePt t="277245" x="6978650" y="5295900"/>
          <p14:tracePt t="277262" x="6985000" y="5289550"/>
          <p14:tracePt t="277281" x="6991350" y="5283200"/>
          <p14:tracePt t="277297" x="6991350" y="5276850"/>
          <p14:tracePt t="277305" x="6997700" y="5276850"/>
          <p14:tracePt t="277313" x="6997700" y="5270500"/>
          <p14:tracePt t="277326" x="7004050" y="5270500"/>
          <p14:tracePt t="277343" x="7004050" y="5264150"/>
          <p14:tracePt t="277359" x="7016750" y="5251450"/>
          <p14:tracePt t="277376" x="7016750" y="5245100"/>
          <p14:tracePt t="277393" x="7023100" y="5232400"/>
          <p14:tracePt t="277409" x="7029450" y="5219700"/>
          <p14:tracePt t="277426" x="7029450" y="5207000"/>
          <p14:tracePt t="277459" x="7029450" y="5194300"/>
          <p14:tracePt t="277493" x="7029450" y="5156200"/>
          <p14:tracePt t="277510" x="7035800" y="5118100"/>
          <p14:tracePt t="277526" x="7035800" y="5080000"/>
          <p14:tracePt t="277543" x="7042150" y="5041900"/>
          <p14:tracePt t="277560" x="7042150" y="5035550"/>
          <p14:tracePt t="277577" x="7042150" y="5029200"/>
          <p14:tracePt t="277593" x="7042150" y="5022850"/>
          <p14:tracePt t="277610" x="7042150" y="5003800"/>
          <p14:tracePt t="277627" x="7042150" y="4965700"/>
          <p14:tracePt t="277643" x="7042150" y="4895850"/>
          <p14:tracePt t="277659" x="7035800" y="4857750"/>
          <p14:tracePt t="277676" x="7035800" y="4845050"/>
          <p14:tracePt t="277693" x="7035800" y="4832350"/>
          <p14:tracePt t="277710" x="7035800" y="4826000"/>
          <p14:tracePt t="277726" x="7035800" y="4819650"/>
          <p14:tracePt t="277743" x="7035800" y="4806950"/>
          <p14:tracePt t="277760" x="7029450" y="4794250"/>
          <p14:tracePt t="277776" x="7023100" y="4775200"/>
          <p14:tracePt t="277793" x="7016750" y="4762500"/>
          <p14:tracePt t="277810" x="7016750" y="4756150"/>
          <p14:tracePt t="277827" x="7010400" y="4743450"/>
          <p14:tracePt t="277843" x="7004050" y="4711700"/>
          <p14:tracePt t="277861" x="6997700" y="4692650"/>
          <p14:tracePt t="277877" x="6985000" y="4660900"/>
          <p14:tracePt t="277893" x="6978650" y="4648200"/>
          <p14:tracePt t="277910" x="6972300" y="4641850"/>
          <p14:tracePt t="277926" x="6972300" y="4629150"/>
          <p14:tracePt t="277943" x="6965950" y="4616450"/>
          <p14:tracePt t="277960" x="6953250" y="4578350"/>
          <p14:tracePt t="277976" x="6934200" y="4552950"/>
          <p14:tracePt t="277993" x="6927850" y="4533900"/>
          <p14:tracePt t="278010" x="6915150" y="4521200"/>
          <p14:tracePt t="278027" x="6908800" y="4514850"/>
          <p14:tracePt t="278043" x="6889750" y="4489450"/>
          <p14:tracePt t="278060" x="6870700" y="4464050"/>
          <p14:tracePt t="278077" x="6845300" y="4425950"/>
          <p14:tracePt t="278093" x="6819900" y="4406900"/>
          <p14:tracePt t="278110" x="6813550" y="4400550"/>
          <p14:tracePt t="278127" x="6807200" y="4394200"/>
          <p14:tracePt t="278143" x="6800850" y="4394200"/>
          <p14:tracePt t="278161" x="6788150" y="4394200"/>
          <p14:tracePt t="278177" x="6762750" y="4394200"/>
          <p14:tracePt t="278194" x="6737350" y="4394200"/>
          <p14:tracePt t="278211" x="6711950" y="4394200"/>
          <p14:tracePt t="278227" x="6648450" y="4394200"/>
          <p14:tracePt t="278245" x="6642100" y="4394200"/>
          <p14:tracePt t="278261" x="6629400" y="4394200"/>
          <p14:tracePt t="278277" x="6623050" y="4394200"/>
          <p14:tracePt t="278294" x="6610350" y="4400550"/>
          <p14:tracePt t="278310" x="6584950" y="4406900"/>
          <p14:tracePt t="278327" x="6553200" y="4425950"/>
          <p14:tracePt t="278343" x="6515100" y="4445000"/>
          <p14:tracePt t="278361" x="6438900" y="4476750"/>
          <p14:tracePt t="278377" x="6388100" y="4489450"/>
          <p14:tracePt t="278393" x="6299200" y="4502150"/>
          <p14:tracePt t="278410" x="6286500" y="4514850"/>
          <p14:tracePt t="278444" x="6273800" y="4521200"/>
          <p14:tracePt t="278461" x="6261100" y="4527550"/>
          <p14:tracePt t="278477" x="6242050" y="4546600"/>
          <p14:tracePt t="278494" x="6223000" y="4565650"/>
          <p14:tracePt t="278511" x="6191250" y="4591050"/>
          <p14:tracePt t="278527" x="6165850" y="4610100"/>
          <p14:tracePt t="278543" x="6153150" y="4622800"/>
          <p14:tracePt t="278561" x="6146800" y="4629150"/>
          <p14:tracePt t="278577" x="6140450" y="4635500"/>
          <p14:tracePt t="278594" x="6134100" y="4654550"/>
          <p14:tracePt t="278611" x="6121400" y="4699000"/>
          <p14:tracePt t="278628" x="6108700" y="4724400"/>
          <p14:tracePt t="278645" x="6102350" y="4806950"/>
          <p14:tracePt t="278661" x="6102350" y="4845050"/>
          <p14:tracePt t="278677" x="6102350" y="4870450"/>
          <p14:tracePt t="278694" x="6102350" y="4883150"/>
          <p14:tracePt t="278711" x="6108700" y="4889500"/>
          <p14:tracePt t="278727" x="6127750" y="4908550"/>
          <p14:tracePt t="278744" x="6146800" y="4927600"/>
          <p14:tracePt t="278761" x="6178550" y="4965700"/>
          <p14:tracePt t="278777" x="6210300" y="4991100"/>
          <p14:tracePt t="278794" x="6229350" y="5003800"/>
          <p14:tracePt t="278811" x="6254750" y="5016500"/>
          <p14:tracePt t="278828" x="6273800" y="5022850"/>
          <p14:tracePt t="278845" x="6299200" y="5035550"/>
          <p14:tracePt t="278861" x="6311900" y="5041900"/>
          <p14:tracePt t="278878" x="6337300" y="5060950"/>
          <p14:tracePt t="278894" x="6362700" y="5060950"/>
          <p14:tracePt t="278911" x="6394450" y="5060950"/>
          <p14:tracePt t="278927" x="6413500" y="5067300"/>
          <p14:tracePt t="278944" x="6419850" y="5067300"/>
          <p14:tracePt t="278961" x="6432550" y="5073650"/>
          <p14:tracePt t="278977" x="6438900" y="5073650"/>
          <p14:tracePt t="278994" x="6464300" y="5080000"/>
          <p14:tracePt t="279011" x="6477000" y="5086350"/>
          <p14:tracePt t="279028" x="6489700" y="5086350"/>
          <p14:tracePt t="279044" x="6496050" y="5086350"/>
          <p14:tracePt t="279061" x="6502400" y="5086350"/>
          <p14:tracePt t="279078" x="6508750" y="5086350"/>
          <p14:tracePt t="279094" x="6515100" y="5086350"/>
          <p14:tracePt t="279111" x="6527800" y="5086350"/>
          <p14:tracePt t="279128" x="6534150" y="5086350"/>
          <p14:tracePt t="279144" x="6540500" y="5086350"/>
          <p14:tracePt t="279161" x="6546850" y="5086350"/>
          <p14:tracePt t="279373" x="6553200" y="5086350"/>
          <p14:tracePt t="279439" x="6559550" y="5086350"/>
          <p14:tracePt t="279545" x="6565900" y="5086350"/>
          <p14:tracePt t="279554" x="6578600" y="5086350"/>
          <p14:tracePt t="279562" x="6584950" y="5080000"/>
          <p14:tracePt t="279578" x="6604000" y="5073650"/>
          <p14:tracePt t="279823" x="6616700" y="5067300"/>
          <p14:tracePt t="279832" x="6623050" y="5067300"/>
          <p14:tracePt t="279845" x="6680200" y="5067300"/>
          <p14:tracePt t="279861" x="6769100" y="5067300"/>
          <p14:tracePt t="279879" x="6870700" y="5067300"/>
          <p14:tracePt t="279895" x="6889750" y="5067300"/>
          <p14:tracePt t="279912" x="6896100" y="5067300"/>
          <p14:tracePt t="279933" x="6902450" y="5067300"/>
          <p14:tracePt t="279945" x="6902450" y="5060950"/>
          <p14:tracePt t="279962" x="6921500" y="5060950"/>
          <p14:tracePt t="279978" x="6965950" y="5048250"/>
          <p14:tracePt t="279995" x="6991350" y="5041900"/>
          <p14:tracePt t="280012" x="7016750" y="5029200"/>
          <p14:tracePt t="280028" x="7023100" y="5022850"/>
          <p14:tracePt t="280045" x="7035800" y="5022850"/>
          <p14:tracePt t="280062" x="7035800" y="5016500"/>
          <p14:tracePt t="280079" x="7048500" y="5016500"/>
          <p14:tracePt t="280095" x="7073900" y="4997450"/>
          <p14:tracePt t="280112" x="7086600" y="4997450"/>
          <p14:tracePt t="280129" x="7105650" y="4984750"/>
          <p14:tracePt t="280145" x="7118350" y="4972050"/>
          <p14:tracePt t="280162" x="7131050" y="4965700"/>
          <p14:tracePt t="280178" x="7137400" y="4959350"/>
          <p14:tracePt t="280195" x="7143750" y="4953000"/>
          <p14:tracePt t="280213" x="7156450" y="4933950"/>
          <p14:tracePt t="280229" x="7169150" y="4921250"/>
          <p14:tracePt t="280246" x="7181850" y="4902200"/>
          <p14:tracePt t="280263" x="7194550" y="4876800"/>
          <p14:tracePt t="280279" x="7200900" y="4857750"/>
          <p14:tracePt t="280296" x="7213600" y="4832350"/>
          <p14:tracePt t="280312" x="7213600" y="4813300"/>
          <p14:tracePt t="280329" x="7213600" y="4787900"/>
          <p14:tracePt t="280345" x="7213600" y="4781550"/>
          <p14:tracePt t="280362" x="7213600" y="4768850"/>
          <p14:tracePt t="280379" x="7213600" y="4762500"/>
          <p14:tracePt t="280395" x="7213600" y="4743450"/>
          <p14:tracePt t="280400" x="7213600" y="4724400"/>
          <p14:tracePt t="280413" x="7207250" y="4711700"/>
          <p14:tracePt t="280429" x="7188200" y="4679950"/>
          <p14:tracePt t="280445" x="7175500" y="4660900"/>
          <p14:tracePt t="280462" x="7162800" y="4641850"/>
          <p14:tracePt t="280479" x="7150100" y="4616450"/>
          <p14:tracePt t="280496" x="7143750" y="4610100"/>
          <p14:tracePt t="280513" x="7137400" y="4597400"/>
          <p14:tracePt t="280530" x="7124700" y="4584700"/>
          <p14:tracePt t="280546" x="7112000" y="4565650"/>
          <p14:tracePt t="280563" x="7092950" y="4540250"/>
          <p14:tracePt t="280580" x="7080250" y="4527550"/>
          <p14:tracePt t="280596" x="7061200" y="4514850"/>
          <p14:tracePt t="280613" x="7023100" y="4502150"/>
          <p14:tracePt t="280629" x="7010400" y="4502150"/>
          <p14:tracePt t="280646" x="6997700" y="4495800"/>
          <p14:tracePt t="280662" x="6972300" y="4476750"/>
          <p14:tracePt t="280679" x="6953250" y="4464050"/>
          <p14:tracePt t="280696" x="6934200" y="4451350"/>
          <p14:tracePt t="280713" x="6927850" y="4445000"/>
          <p14:tracePt t="280730" x="6921500" y="4438650"/>
          <p14:tracePt t="280746" x="6896100" y="4425950"/>
          <p14:tracePt t="280763" x="6877050" y="4413250"/>
          <p14:tracePt t="280779" x="6851650" y="4400550"/>
          <p14:tracePt t="280796" x="6826250" y="4381500"/>
          <p14:tracePt t="280813" x="6819900" y="4381500"/>
          <p14:tracePt t="280829" x="6813550" y="4375150"/>
          <p14:tracePt t="280846" x="6807200" y="4375150"/>
          <p14:tracePt t="280862" x="6800850" y="4368800"/>
          <p14:tracePt t="280896" x="6769100" y="4362450"/>
          <p14:tracePt t="280913" x="6724650" y="4362450"/>
          <p14:tracePt t="280929" x="6680200" y="4343400"/>
          <p14:tracePt t="280946" x="6673850" y="4343400"/>
          <p14:tracePt t="280963" x="6648450" y="4343400"/>
          <p14:tracePt t="280980" x="6629400" y="4337050"/>
          <p14:tracePt t="280997" x="6565900" y="4337050"/>
          <p14:tracePt t="281013" x="6477000" y="4337050"/>
          <p14:tracePt t="281029" x="6369050" y="4330700"/>
          <p14:tracePt t="281046" x="6311900" y="4324350"/>
          <p14:tracePt t="281063" x="6299200" y="4318000"/>
          <p14:tracePt t="281089" x="6292850" y="4318000"/>
          <p14:tracePt t="281105" x="6280150" y="4318000"/>
          <p14:tracePt t="281114" x="6248400" y="4318000"/>
          <p14:tracePt t="281129" x="6203950" y="4324350"/>
          <p14:tracePt t="281146" x="6089650" y="4337050"/>
          <p14:tracePt t="281163" x="5962650" y="4356100"/>
          <p14:tracePt t="281180" x="5918200" y="4362450"/>
          <p14:tracePt t="281196" x="5911850" y="4368800"/>
          <p14:tracePt t="281262" x="5905500" y="4381500"/>
          <p14:tracePt t="281270" x="5892800" y="4387850"/>
          <p14:tracePt t="281280" x="5880100" y="4394200"/>
          <p14:tracePt t="281296" x="5867400" y="4445000"/>
          <p14:tracePt t="281313" x="5848350" y="4495800"/>
          <p14:tracePt t="281330" x="5835650" y="4540250"/>
          <p14:tracePt t="281347" x="5829300" y="4584700"/>
          <p14:tracePt t="281363" x="5822950" y="4622800"/>
          <p14:tracePt t="281381" x="5822950" y="4667250"/>
          <p14:tracePt t="281396" x="5822950" y="4686300"/>
          <p14:tracePt t="281413" x="5842000" y="4711700"/>
          <p14:tracePt t="281430" x="5867400" y="4730750"/>
          <p14:tracePt t="281446" x="5899150" y="4749800"/>
          <p14:tracePt t="281463" x="5930900" y="4781550"/>
          <p14:tracePt t="281480" x="5994400" y="4826000"/>
          <p14:tracePt t="281497" x="6045200" y="4864100"/>
          <p14:tracePt t="281513" x="6083300" y="4895850"/>
          <p14:tracePt t="281531" x="6096000" y="4908550"/>
          <p14:tracePt t="281547" x="6121400" y="4914900"/>
          <p14:tracePt t="281565" x="6140450" y="4921250"/>
          <p14:tracePt t="281581" x="6165850" y="4927600"/>
          <p14:tracePt t="281598" x="6197600" y="4940300"/>
          <p14:tracePt t="281614" x="6229350" y="4959350"/>
          <p14:tracePt t="281630" x="6286500" y="4978400"/>
          <p14:tracePt t="281647" x="6350000" y="4997450"/>
          <p14:tracePt t="281664" x="6426200" y="5016500"/>
          <p14:tracePt t="281680" x="6470650" y="5022850"/>
          <p14:tracePt t="281697" x="6483350" y="5022850"/>
          <p14:tracePt t="281714" x="6489700" y="5022850"/>
          <p14:tracePt t="281731" x="6496050" y="5022850"/>
          <p14:tracePt t="281748" x="6515100" y="5022850"/>
          <p14:tracePt t="281764" x="6559550" y="5022850"/>
          <p14:tracePt t="281781" x="6597650" y="5022850"/>
          <p14:tracePt t="281798" x="6680200" y="5029200"/>
          <p14:tracePt t="281814" x="6769100" y="5035550"/>
          <p14:tracePt t="281830" x="6788150" y="5035550"/>
          <p14:tracePt t="281847" x="6800850" y="5035550"/>
          <p14:tracePt t="281863" x="6807200" y="5029200"/>
          <p14:tracePt t="281880" x="6813550" y="5016500"/>
          <p14:tracePt t="281897" x="6826250" y="5010150"/>
          <p14:tracePt t="281901" x="6832600" y="5003800"/>
          <p14:tracePt t="281913" x="6845300" y="4991100"/>
          <p14:tracePt t="281930" x="6877050" y="4972050"/>
          <p14:tracePt t="281947" x="6902450" y="4959350"/>
          <p14:tracePt t="281964" x="6921500" y="4933950"/>
          <p14:tracePt t="281981" x="6946900" y="4921250"/>
          <p14:tracePt t="281997" x="6965950" y="4902200"/>
          <p14:tracePt t="282014" x="7004050" y="4876800"/>
          <p14:tracePt t="282031" x="7029450" y="4851400"/>
          <p14:tracePt t="282047" x="7042150" y="4838700"/>
          <p14:tracePt t="282064" x="7048500" y="4838700"/>
          <p14:tracePt t="282081" x="7048500" y="4832350"/>
          <p14:tracePt t="282097" x="7048500" y="4826000"/>
          <p14:tracePt t="282203" x="7048500" y="4806950"/>
          <p14:tracePt t="282219" x="7035800" y="4787900"/>
          <p14:tracePt t="282230" x="7029450" y="4768850"/>
          <p14:tracePt t="282239" x="7029450" y="4749800"/>
          <p14:tracePt t="282247" x="7023100" y="4730750"/>
          <p14:tracePt t="282264" x="7004050" y="4692650"/>
          <p14:tracePt t="282281" x="7004050" y="4679950"/>
          <p14:tracePt t="282298" x="6997700" y="4673600"/>
          <p14:tracePt t="282330" x="6991350" y="4673600"/>
          <p14:tracePt t="282348" x="6978650" y="4660900"/>
          <p14:tracePt t="282365" x="6953250" y="4648200"/>
          <p14:tracePt t="282381" x="6934200" y="4641850"/>
          <p14:tracePt t="282397" x="6921500" y="4635500"/>
          <p14:tracePt t="282414" x="6902450" y="4622800"/>
          <p14:tracePt t="282431" x="6877050" y="4610100"/>
          <p14:tracePt t="282447" x="6845300" y="4597400"/>
          <p14:tracePt t="282464" x="6800850" y="4578350"/>
          <p14:tracePt t="282481" x="6762750" y="4552950"/>
          <p14:tracePt t="282498" x="6743700" y="4546600"/>
          <p14:tracePt t="282515" x="6724650" y="4540250"/>
          <p14:tracePt t="282532" x="6705600" y="4527550"/>
          <p14:tracePt t="282549" x="6635750" y="4514850"/>
          <p14:tracePt t="282565" x="6559550" y="4495800"/>
          <p14:tracePt t="282582" x="6521450" y="4483100"/>
          <p14:tracePt t="282598" x="6483350" y="4476750"/>
          <p14:tracePt t="282615" x="6464300" y="4470400"/>
          <p14:tracePt t="282632" x="6445250" y="4470400"/>
          <p14:tracePt t="282649" x="6407150" y="4470400"/>
          <p14:tracePt t="282665" x="6369050" y="4470400"/>
          <p14:tracePt t="282681" x="6318250" y="4470400"/>
          <p14:tracePt t="282698" x="6248400" y="4470400"/>
          <p14:tracePt t="282714" x="6191250" y="4470400"/>
          <p14:tracePt t="282731" x="6146800" y="4470400"/>
          <p14:tracePt t="282748" x="6096000" y="4470400"/>
          <p14:tracePt t="282765" x="6019800" y="4483100"/>
          <p14:tracePt t="282782" x="5924550" y="4508500"/>
          <p14:tracePt t="282798" x="5829300" y="4533900"/>
          <p14:tracePt t="282815" x="5753100" y="4559300"/>
          <p14:tracePt t="282831" x="5708650" y="4584700"/>
          <p14:tracePt t="282849" x="5676900" y="4610100"/>
          <p14:tracePt t="282864" x="5657850" y="4629150"/>
          <p14:tracePt t="282881" x="5619750" y="4679950"/>
          <p14:tracePt t="282898" x="5594350" y="4730750"/>
          <p14:tracePt t="282901" x="5588000" y="4768850"/>
          <p14:tracePt t="282915" x="5575300" y="4806950"/>
          <p14:tracePt t="282932" x="5562600" y="4832350"/>
          <p14:tracePt t="282949" x="5537200" y="4889500"/>
          <p14:tracePt t="282965" x="5530850" y="4914900"/>
          <p14:tracePt t="282981" x="5518150" y="4946650"/>
          <p14:tracePt t="282998" x="5518150" y="4978400"/>
          <p14:tracePt t="283015" x="5518150" y="5022850"/>
          <p14:tracePt t="283032" x="5518150" y="5048250"/>
          <p14:tracePt t="283049" x="5518150" y="5092700"/>
          <p14:tracePt t="283065" x="5524500" y="5124450"/>
          <p14:tracePt t="283082" x="5530850" y="5137150"/>
          <p14:tracePt t="283098" x="5543550" y="5168900"/>
          <p14:tracePt t="283115" x="5575300" y="5219700"/>
          <p14:tracePt t="283132" x="5607050" y="5251450"/>
          <p14:tracePt t="283148" x="5626100" y="5264150"/>
          <p14:tracePt t="283165" x="5632450" y="5276850"/>
          <p14:tracePt t="283182" x="5632450" y="5283200"/>
          <p14:tracePt t="283198" x="5638800" y="5289550"/>
          <p14:tracePt t="283215" x="5651500" y="5308600"/>
          <p14:tracePt t="283232" x="5695950" y="5321300"/>
          <p14:tracePt t="283249" x="5772150" y="5353050"/>
          <p14:tracePt t="283265" x="5829300" y="5378450"/>
          <p14:tracePt t="283282" x="5861050" y="5384800"/>
          <p14:tracePt t="283298" x="5880100" y="5397500"/>
          <p14:tracePt t="283315" x="5905500" y="5410200"/>
          <p14:tracePt t="283332" x="5930900" y="5416550"/>
          <p14:tracePt t="283349" x="6064250" y="5416550"/>
          <p14:tracePt t="283365" x="6254750" y="5416550"/>
          <p14:tracePt t="283382" x="6413500" y="5416550"/>
          <p14:tracePt t="283399" x="6432550" y="5416550"/>
          <p14:tracePt t="283415" x="6438900" y="5410200"/>
          <p14:tracePt t="283433" x="6438900" y="5403850"/>
          <p14:tracePt t="283478" x="6451600" y="5397500"/>
          <p14:tracePt t="283485" x="6477000" y="5384800"/>
          <p14:tracePt t="283499" x="6515100" y="5372100"/>
          <p14:tracePt t="283515" x="6584950" y="5346700"/>
          <p14:tracePt t="283533" x="6673850" y="5314950"/>
          <p14:tracePt t="283549" x="6699250" y="5295900"/>
          <p14:tracePt t="283565" x="6711950" y="5295900"/>
          <p14:tracePt t="283582" x="6756400" y="5295900"/>
          <p14:tracePt t="283599" x="6813550" y="5295900"/>
          <p14:tracePt t="283616" x="6877050" y="5295900"/>
          <p14:tracePt t="283633" x="6915150" y="5289550"/>
          <p14:tracePt t="283649" x="6940550" y="5289550"/>
          <p14:tracePt t="283666" x="6959600" y="5289550"/>
          <p14:tracePt t="283682" x="6991350" y="5283200"/>
          <p14:tracePt t="283699" x="7035800" y="5283200"/>
          <p14:tracePt t="283717" x="7397750" y="5314950"/>
          <p14:tracePt t="283732" x="7562850" y="5334000"/>
          <p14:tracePt t="283934" x="7562850" y="5340350"/>
          <p14:tracePt t="283949" x="7562850" y="5346700"/>
          <p14:tracePt t="283957" x="7550150" y="5346700"/>
          <p14:tracePt t="283965" x="7493000" y="5346700"/>
          <p14:tracePt t="283982" x="7435850" y="5346700"/>
          <p14:tracePt t="283999" x="7372350" y="5346700"/>
          <p14:tracePt t="284016" x="7315200" y="5346700"/>
          <p14:tracePt t="284033" x="7277100" y="5346700"/>
          <p14:tracePt t="284049" x="7219950" y="5346700"/>
          <p14:tracePt t="284066" x="7181850" y="5346700"/>
          <p14:tracePt t="284083" x="7124700" y="5346700"/>
          <p14:tracePt t="284100" x="6985000" y="5346700"/>
          <p14:tracePt t="284116" x="6877050" y="5346700"/>
          <p14:tracePt t="284133" x="6794500" y="5340350"/>
          <p14:tracePt t="284149" x="6762750" y="5327650"/>
          <p14:tracePt t="284166" x="6756400" y="5321300"/>
          <p14:tracePt t="284183" x="6705600" y="5321300"/>
          <p14:tracePt t="284199" x="6661150" y="5321300"/>
          <p14:tracePt t="284216" x="6553200" y="5314950"/>
          <p14:tracePt t="284233" x="6438900" y="5314950"/>
          <p14:tracePt t="284249" x="6337300" y="5314950"/>
          <p14:tracePt t="284266" x="6242050" y="5314950"/>
          <p14:tracePt t="284283" x="6178550" y="5314950"/>
          <p14:tracePt t="284300" x="6127750" y="5314950"/>
          <p14:tracePt t="284317" x="6070600" y="5314950"/>
          <p14:tracePt t="284333" x="6026150" y="5314950"/>
          <p14:tracePt t="284349" x="5943600" y="5314950"/>
          <p14:tracePt t="284366" x="5867400" y="5314950"/>
          <p14:tracePt t="284383" x="5810250" y="5314950"/>
          <p14:tracePt t="284400" x="5759450" y="5314950"/>
          <p14:tracePt t="284416" x="5740400" y="5308600"/>
          <p14:tracePt t="284433" x="5721350" y="5308600"/>
          <p14:tracePt t="284450" x="5715000" y="5308600"/>
          <p14:tracePt t="284483" x="5708650" y="5308600"/>
          <p14:tracePt t="284703" x="5702300" y="5308600"/>
          <p14:tracePt t="284859" x="5708650" y="5308600"/>
          <p14:tracePt t="284866" x="5734050" y="5308600"/>
          <p14:tracePt t="284874" x="5753100" y="5308600"/>
          <p14:tracePt t="284884" x="5772150" y="5308600"/>
          <p14:tracePt t="284957" x="5772150" y="5314950"/>
          <p14:tracePt t="284965" x="5765800" y="5314950"/>
          <p14:tracePt t="284973" x="5759450" y="5321300"/>
          <p14:tracePt t="285055" x="5753100" y="5327650"/>
          <p14:tracePt t="285071" x="5746750" y="5327650"/>
          <p14:tracePt t="285079" x="5746750" y="5334000"/>
          <p14:tracePt t="286509" x="5740400" y="5334000"/>
          <p14:tracePt t="290361" x="5791200" y="5302250"/>
          <p14:tracePt t="290369" x="5842000" y="5276850"/>
          <p14:tracePt t="290377" x="5854700" y="5270500"/>
          <p14:tracePt t="290389" x="5880100" y="5245100"/>
          <p14:tracePt t="290406" x="5911850" y="5213350"/>
          <p14:tracePt t="290422" x="5962650" y="5156200"/>
          <p14:tracePt t="290439" x="6038850" y="5143500"/>
          <p14:tracePt t="290442" x="6178550" y="5143500"/>
          <p14:tracePt t="290456" x="6464300" y="5181600"/>
          <p14:tracePt t="290473" x="7899400" y="5568950"/>
          <p14:tracePt t="290489" x="8724900" y="5816600"/>
          <p14:tracePt t="290506" x="8928100" y="5905500"/>
          <p14:tracePt t="290522" x="8921750" y="5905500"/>
          <p14:tracePt t="290539" x="8604250" y="5721350"/>
          <p14:tracePt t="290556" x="8026400" y="5397500"/>
          <p14:tracePt t="290573" x="7740650" y="5232400"/>
          <p14:tracePt t="290589" x="7759700" y="5251450"/>
          <p14:tracePt t="290605" x="7810500" y="5302250"/>
          <p14:tracePt t="290622" x="7886700" y="5359400"/>
          <p14:tracePt t="290639" x="7899400" y="5372100"/>
          <p14:tracePt t="290706" x="7899400" y="5365750"/>
          <p14:tracePt t="290722" x="7899400" y="5359400"/>
          <p14:tracePt t="290755" x="7899400" y="5346700"/>
          <p14:tracePt t="290763" x="7893050" y="5334000"/>
          <p14:tracePt t="290772" x="7874000" y="5314950"/>
          <p14:tracePt t="290789" x="7842250" y="5295900"/>
          <p14:tracePt t="290806" x="7816850" y="5295900"/>
          <p14:tracePt t="290823" x="7791450" y="5295900"/>
          <p14:tracePt t="290839" x="7766050" y="5308600"/>
          <p14:tracePt t="290856" x="7747000" y="5340350"/>
          <p14:tracePt t="290873" x="7734300" y="5346700"/>
          <p14:tracePt t="290889" x="7715250" y="5353050"/>
          <p14:tracePt t="290906" x="7689850" y="5346700"/>
          <p14:tracePt t="290923" x="7677150" y="5340350"/>
          <p14:tracePt t="290939" x="7670800" y="5334000"/>
          <p14:tracePt t="290997" x="7664450" y="5334000"/>
          <p14:tracePt t="291001" x="7658100" y="5334000"/>
          <p14:tracePt t="291013" x="7632700" y="5334000"/>
          <p14:tracePt t="291023" x="7620000" y="5334000"/>
          <p14:tracePt t="291040" x="7581900" y="5334000"/>
          <p14:tracePt t="291057" x="7550150" y="5334000"/>
          <p14:tracePt t="291073" x="7518400" y="5334000"/>
          <p14:tracePt t="291090" x="7512050" y="5334000"/>
          <p14:tracePt t="291123" x="7499350" y="5327650"/>
          <p14:tracePt t="291140" x="7493000" y="5314950"/>
          <p14:tracePt t="291157" x="7480300" y="5308600"/>
          <p14:tracePt t="291173" x="7473950" y="5308600"/>
          <p14:tracePt t="291206" x="7461250" y="5308600"/>
          <p14:tracePt t="291262" x="7454900" y="5308600"/>
          <p14:tracePt t="291278" x="7448550" y="5308600"/>
          <p14:tracePt t="291292" x="7442200" y="5314950"/>
          <p14:tracePt t="291299" x="7435850" y="5321300"/>
          <p14:tracePt t="291315" x="7429500" y="5321300"/>
          <p14:tracePt t="291324" x="7423150" y="5321300"/>
          <p14:tracePt t="291373" x="7423150" y="5327650"/>
          <p14:tracePt t="292131" x="7429500" y="5327650"/>
          <p14:tracePt t="292155" x="7442200" y="5327650"/>
          <p14:tracePt t="292162" x="7448550" y="5327650"/>
          <p14:tracePt t="292174" x="7461250" y="5327650"/>
          <p14:tracePt t="292192" x="7473950" y="5327650"/>
          <p14:tracePt t="292209" x="7486650" y="5327650"/>
          <p14:tracePt t="292261" x="7493000" y="5327650"/>
          <p14:tracePt t="292269" x="7499350" y="5327650"/>
          <p14:tracePt t="292277" x="7512050" y="5327650"/>
          <p14:tracePt t="292293" x="7518400" y="5327650"/>
          <p14:tracePt t="292308" x="7524750" y="5327650"/>
          <p14:tracePt t="292325" x="7531100" y="5327650"/>
          <p14:tracePt t="292341" x="7543800" y="5327650"/>
          <p14:tracePt t="292362" x="7550150" y="5327650"/>
          <p14:tracePt t="292374" x="7556500" y="5327650"/>
          <p14:tracePt t="292391" x="7588250" y="5327650"/>
          <p14:tracePt t="292409" x="7613650" y="5327650"/>
          <p14:tracePt t="292425" x="7620000" y="5327650"/>
          <p14:tracePt t="292443" x="7626350" y="5327650"/>
          <p14:tracePt t="292457" x="7632700" y="5327650"/>
          <p14:tracePt t="292551" x="7639050" y="5327650"/>
          <p14:tracePt t="292576" x="7645400" y="5327650"/>
          <p14:tracePt t="292599" x="7651750" y="5327650"/>
          <p14:tracePt t="292615" x="7658100" y="5327650"/>
          <p14:tracePt t="292622" x="7670800" y="5327650"/>
          <p14:tracePt t="292631" x="7683500" y="5327650"/>
          <p14:tracePt t="292642" x="7708900" y="5327650"/>
          <p14:tracePt t="292658" x="7772400" y="5327650"/>
          <p14:tracePt t="292674" x="7810500" y="5327650"/>
          <p14:tracePt t="292691" x="7854950" y="5327650"/>
          <p14:tracePt t="292708" x="7905750" y="5327650"/>
          <p14:tracePt t="292724" x="7956550" y="5327650"/>
          <p14:tracePt t="292741" x="8007350" y="5327650"/>
          <p14:tracePt t="292758" x="8045450" y="5327650"/>
          <p14:tracePt t="292775" x="8058150" y="5327650"/>
          <p14:tracePt t="292792" x="8077200" y="5327650"/>
          <p14:tracePt t="292809" x="8089900" y="5327650"/>
          <p14:tracePt t="292825" x="8134350" y="5327650"/>
          <p14:tracePt t="292841" x="8235950" y="5327650"/>
          <p14:tracePt t="292858" x="8407400" y="5327650"/>
          <p14:tracePt t="292875" x="8559800" y="5327650"/>
          <p14:tracePt t="292891" x="8585200" y="5327650"/>
          <p14:tracePt t="293002" x="8610600" y="5327650"/>
          <p14:tracePt t="293007" x="8623300" y="5327650"/>
          <p14:tracePt t="293025" x="8642350" y="5327650"/>
          <p14:tracePt t="293042" x="8655050" y="5327650"/>
          <p14:tracePt t="293058" x="8680450" y="5340350"/>
          <p14:tracePt t="293075" x="8718550" y="5359400"/>
          <p14:tracePt t="293092" x="8756650" y="5365750"/>
          <p14:tracePt t="293186" x="8763000" y="5372100"/>
          <p14:tracePt t="293198" x="8756650" y="5372100"/>
          <p14:tracePt t="293221" x="8750300" y="5378450"/>
          <p14:tracePt t="293248" x="8737600" y="5378450"/>
          <p14:tracePt t="293254" x="8718550" y="5384800"/>
          <p14:tracePt t="293263" x="8699500" y="5384800"/>
          <p14:tracePt t="293275" x="8680450" y="5384800"/>
          <p14:tracePt t="293292" x="8629650" y="5384800"/>
          <p14:tracePt t="293309" x="8566150" y="5384800"/>
          <p14:tracePt t="293325" x="8496300" y="5384800"/>
          <p14:tracePt t="293342" x="8413750" y="5384800"/>
          <p14:tracePt t="293359" x="8369300" y="5391150"/>
          <p14:tracePt t="293376" x="8343900" y="5391150"/>
          <p14:tracePt t="293393" x="8318500" y="5391150"/>
          <p14:tracePt t="293409" x="8280400" y="5391150"/>
          <p14:tracePt t="293426" x="8242300" y="5391150"/>
          <p14:tracePt t="293443" x="8153400" y="5391150"/>
          <p14:tracePt t="293448" x="8102600" y="5391150"/>
          <p14:tracePt t="293459" x="8045450" y="5391150"/>
          <p14:tracePt t="293475" x="7848600" y="5391150"/>
          <p14:tracePt t="293492" x="7791450" y="5397500"/>
          <p14:tracePt t="293509" x="7785100" y="5397500"/>
          <p14:tracePt t="293555" x="7772400" y="5397500"/>
          <p14:tracePt t="293570" x="7747000" y="5397500"/>
          <p14:tracePt t="293578" x="7734300" y="5397500"/>
          <p14:tracePt t="293593" x="7639050" y="5378450"/>
          <p14:tracePt t="293610" x="7518400" y="5346700"/>
          <p14:tracePt t="293626" x="7473950" y="5334000"/>
          <p14:tracePt t="293643" x="7435850" y="5314950"/>
          <p14:tracePt t="293855" x="7442200" y="5314950"/>
          <p14:tracePt t="293862" x="7454900" y="5308600"/>
          <p14:tracePt t="293876" x="7499350" y="5302250"/>
          <p14:tracePt t="293893" x="7613650" y="5302250"/>
          <p14:tracePt t="293909" x="7886700" y="5302250"/>
          <p14:tracePt t="293926" x="8229600" y="5302250"/>
          <p14:tracePt t="293943" x="8477250" y="5308600"/>
          <p14:tracePt t="293959" x="8496300" y="5308600"/>
          <p14:tracePt t="293976" x="8502650" y="5308600"/>
          <p14:tracePt t="294026" x="8515350" y="5302250"/>
          <p14:tracePt t="294034" x="8521700" y="5302250"/>
          <p14:tracePt t="294043" x="8540750" y="5302250"/>
          <p14:tracePt t="294060" x="8566150" y="5302250"/>
          <p14:tracePt t="294076" x="8578850" y="5295900"/>
          <p14:tracePt t="294230" x="8585200" y="5295900"/>
          <p14:tracePt t="294415" x="8585200" y="5302250"/>
          <p14:tracePt t="294422" x="8578850" y="5302250"/>
          <p14:tracePt t="294557" x="8578850" y="5308600"/>
          <p14:tracePt t="297097" x="8591550" y="5283200"/>
          <p14:tracePt t="297109" x="8534400" y="4972050"/>
          <p14:tracePt t="297114" x="8515350" y="4775200"/>
          <p14:tracePt t="297128" x="8515350" y="4762500"/>
          <p14:tracePt t="297145" x="8515350" y="4737100"/>
          <p14:tracePt t="297293" x="8509000" y="4743450"/>
          <p14:tracePt t="297301" x="8502650" y="4756150"/>
          <p14:tracePt t="297312" x="8489950" y="4781550"/>
          <p14:tracePt t="297329" x="8489950" y="4832350"/>
          <p14:tracePt t="297346" x="8489950" y="4889500"/>
          <p14:tracePt t="297363" x="8489950" y="4946650"/>
          <p14:tracePt t="297379" x="8489950" y="4991100"/>
          <p14:tracePt t="297397" x="8483600" y="5029200"/>
          <p14:tracePt t="297413" x="8483600" y="5041900"/>
          <p14:tracePt t="297429" x="8483600" y="5073650"/>
          <p14:tracePt t="297446" x="8483600" y="5086350"/>
          <p14:tracePt t="297463" x="8483600" y="5092700"/>
          <p14:tracePt t="297479" x="8483600" y="5099050"/>
          <p14:tracePt t="297759" x="8483600" y="5105400"/>
          <p14:tracePt t="297771" x="8483600" y="5111750"/>
          <p14:tracePt t="297780" x="8483600" y="5130800"/>
          <p14:tracePt t="297798" x="8489950" y="5175250"/>
          <p14:tracePt t="297814" x="8496300" y="5219700"/>
          <p14:tracePt t="297830" x="8509000" y="5264150"/>
          <p14:tracePt t="297846" x="8509000" y="5314950"/>
          <p14:tracePt t="297863" x="8515350" y="5346700"/>
          <p14:tracePt t="297880" x="8515350" y="5353050"/>
          <p14:tracePt t="298191" x="8515350" y="5359400"/>
          <p14:tracePt t="298219" x="8509000" y="5365750"/>
          <p14:tracePt t="298225" x="8502650" y="5365750"/>
          <p14:tracePt t="298229" x="8502650" y="5372100"/>
          <p14:tracePt t="298247" x="8496300" y="5372100"/>
          <p14:tracePt t="298263" x="8489950" y="5378450"/>
          <p14:tracePt t="298285" x="8483600" y="5384800"/>
          <p14:tracePt t="298297" x="8477250" y="5384800"/>
          <p14:tracePt t="298314" x="8470900" y="5384800"/>
          <p14:tracePt t="298330" x="8464550" y="5397500"/>
          <p14:tracePt t="298734" x="8458200" y="5397500"/>
          <p14:tracePt t="298889" x="8451850" y="5397500"/>
          <p14:tracePt t="298905" x="8445500" y="5397500"/>
          <p14:tracePt t="299003" x="8439150" y="5397500"/>
          <p14:tracePt t="299223" x="8432800" y="5397500"/>
          <p14:tracePt t="299254" x="8426450" y="5397500"/>
          <p14:tracePt t="299262" x="8407400" y="5397500"/>
          <p14:tracePt t="299269" x="8375650" y="5397500"/>
          <p14:tracePt t="299281" x="8356600" y="5397500"/>
          <p14:tracePt t="299298" x="8331200" y="5397500"/>
          <p14:tracePt t="299314" x="8312150" y="5397500"/>
          <p14:tracePt t="299331" x="8293100" y="5397500"/>
          <p14:tracePt t="299348" x="8267700" y="5397500"/>
          <p14:tracePt t="299365" x="8248650" y="5397500"/>
          <p14:tracePt t="299382" x="8242300" y="5397500"/>
          <p14:tracePt t="299398" x="8235950" y="5397500"/>
          <p14:tracePt t="299625" x="8229600" y="5397500"/>
          <p14:tracePt t="299633" x="8216900" y="5397500"/>
          <p14:tracePt t="299650" x="8204200" y="5403850"/>
          <p14:tracePt t="299657" x="8197850" y="5403850"/>
          <p14:tracePt t="299666" x="8191500" y="5403850"/>
          <p14:tracePt t="299681" x="8172450" y="5403850"/>
          <p14:tracePt t="299698" x="8153400" y="5410200"/>
          <p14:tracePt t="299714" x="8115300" y="5410200"/>
          <p14:tracePt t="299731" x="8058150" y="5410200"/>
          <p14:tracePt t="299748" x="8045450" y="5416550"/>
          <p14:tracePt t="299823" x="8039100" y="5416550"/>
          <p14:tracePt t="299837" x="8032750" y="5422900"/>
          <p14:tracePt t="299845" x="8026400" y="5422900"/>
          <p14:tracePt t="299853" x="8013700" y="5422900"/>
          <p14:tracePt t="299865" x="7975600" y="5435600"/>
          <p14:tracePt t="299881" x="7956550" y="5441950"/>
          <p14:tracePt t="299898" x="7931150" y="5441950"/>
          <p14:tracePt t="299915" x="7886700" y="5441950"/>
          <p14:tracePt t="299932" x="7842250" y="5441950"/>
          <p14:tracePt t="299949" x="7778750" y="5441950"/>
          <p14:tracePt t="299965" x="7664450" y="5441950"/>
          <p14:tracePt t="299982" x="7600950" y="5441950"/>
          <p14:tracePt t="299999" x="7594600" y="5441950"/>
          <p14:tracePt t="300111" x="7588250" y="5441950"/>
          <p14:tracePt t="300126" x="7581900" y="5441950"/>
          <p14:tracePt t="300131" x="7575550" y="5441950"/>
          <p14:tracePt t="300149" x="7556500" y="5441950"/>
          <p14:tracePt t="300165" x="7512050" y="5441950"/>
          <p14:tracePt t="300182" x="7467600" y="5441950"/>
          <p14:tracePt t="300199" x="7429500" y="5435600"/>
          <p14:tracePt t="300215" x="7416800" y="5435600"/>
          <p14:tracePt t="300306" x="7410450" y="5435600"/>
          <p14:tracePt t="300365" x="7404100" y="5435600"/>
          <p14:tracePt t="300406" x="7397750" y="5435600"/>
          <p14:tracePt t="300431" x="7385050" y="5435600"/>
          <p14:tracePt t="300447" x="7378700" y="5435600"/>
          <p14:tracePt t="300589" x="7372350" y="5429250"/>
          <p14:tracePt t="300623" x="7372350" y="5422900"/>
          <p14:tracePt t="300630" x="7372350" y="5416550"/>
          <p14:tracePt t="300638" x="7372350" y="5410200"/>
          <p14:tracePt t="300650" x="7372350" y="5403850"/>
          <p14:tracePt t="300826" x="7378700" y="5403850"/>
          <p14:tracePt t="300834" x="7385050" y="5403850"/>
          <p14:tracePt t="300866" x="7391400" y="5397500"/>
          <p14:tracePt t="300874" x="7404100" y="5391150"/>
          <p14:tracePt t="300894" x="7416800" y="5391150"/>
          <p14:tracePt t="300902" x="7416800" y="5384800"/>
          <p14:tracePt t="300916" x="7423150" y="5378450"/>
          <p14:tracePt t="300933" x="7435850" y="5365750"/>
          <p14:tracePt t="300950" x="7435850" y="5359400"/>
          <p14:tracePt t="300967" x="7435850" y="5353050"/>
          <p14:tracePt t="300983" x="7435850" y="5346700"/>
          <p14:tracePt t="300999" x="7435850" y="5340350"/>
          <p14:tracePt t="301045" x="7435850" y="5334000"/>
          <p14:tracePt t="301053" x="7423150" y="5314950"/>
          <p14:tracePt t="301066" x="7410450" y="5314950"/>
          <p14:tracePt t="301083" x="7378700" y="5289550"/>
          <p14:tracePt t="301099" x="7366000" y="5289550"/>
          <p14:tracePt t="301137" x="7359650" y="5289550"/>
          <p14:tracePt t="301153" x="7346950" y="5289550"/>
          <p14:tracePt t="301166" x="7327900" y="5289550"/>
          <p14:tracePt t="301183" x="7296150" y="5289550"/>
          <p14:tracePt t="301200" x="7270750" y="5289550"/>
          <p14:tracePt t="301217" x="7264400" y="5289550"/>
          <p14:tracePt t="301234" x="7258050" y="5295900"/>
          <p14:tracePt t="301251" x="7251700" y="5295900"/>
          <p14:tracePt t="301267" x="7245350" y="5302250"/>
          <p14:tracePt t="301283" x="7239000" y="5302250"/>
          <p14:tracePt t="301300" x="7207250" y="5314950"/>
          <p14:tracePt t="301317" x="7188200" y="5327650"/>
          <p14:tracePt t="301333" x="7175500" y="5340350"/>
          <p14:tracePt t="301350" x="7169150" y="5340350"/>
          <p14:tracePt t="301405" x="7162800" y="5346700"/>
          <p14:tracePt t="301413" x="7156450" y="5353050"/>
          <p14:tracePt t="301425" x="7150100" y="5353050"/>
          <p14:tracePt t="301434" x="7143750" y="5359400"/>
          <p14:tracePt t="301450" x="7124700" y="5365750"/>
          <p14:tracePt t="301573" x="7118350" y="5372100"/>
          <p14:tracePt t="301581" x="7124700" y="5378450"/>
          <p14:tracePt t="301589" x="7137400" y="5391150"/>
          <p14:tracePt t="301601" x="7181850" y="5429250"/>
          <p14:tracePt t="301617" x="7213600" y="5435600"/>
          <p14:tracePt t="301634" x="7219950" y="5435600"/>
          <p14:tracePt t="301650" x="7226300" y="5435600"/>
          <p14:tracePt t="301667" x="7239000" y="5435600"/>
          <p14:tracePt t="301684" x="7251700" y="5429250"/>
          <p14:tracePt t="301701" x="7264400" y="5403850"/>
          <p14:tracePt t="301717" x="7270750" y="5397500"/>
          <p14:tracePt t="301734" x="7302500" y="5397500"/>
          <p14:tracePt t="301751" x="7340600" y="5397500"/>
          <p14:tracePt t="301767" x="7366000" y="5410200"/>
          <p14:tracePt t="301784" x="7378700" y="5416550"/>
          <p14:tracePt t="301825" x="7385050" y="5416550"/>
          <p14:tracePt t="301849" x="7385050" y="5410200"/>
          <p14:tracePt t="301857" x="7391400" y="5410200"/>
          <p14:tracePt t="301943" x="7385050" y="5410200"/>
          <p14:tracePt t="301950" x="7366000" y="5410200"/>
          <p14:tracePt t="301958" x="7353300" y="5410200"/>
          <p14:tracePt t="301967" x="7327900" y="5410200"/>
          <p14:tracePt t="301984" x="7283450" y="5410200"/>
          <p14:tracePt t="302000" x="7232650" y="5410200"/>
          <p14:tracePt t="302017" x="7169150" y="5410200"/>
          <p14:tracePt t="302034" x="7131050" y="5410200"/>
          <p14:tracePt t="302051" x="7086600" y="5410200"/>
          <p14:tracePt t="302067" x="7035800" y="5410200"/>
          <p14:tracePt t="302084" x="6965950" y="5410200"/>
          <p14:tracePt t="302101" x="6877050" y="5410200"/>
          <p14:tracePt t="302117" x="6838950" y="5410200"/>
          <p14:tracePt t="302134" x="6794500" y="5410200"/>
          <p14:tracePt t="302151" x="6680200" y="5410200"/>
          <p14:tracePt t="302167" x="6432550" y="5391150"/>
          <p14:tracePt t="302185" x="6108700" y="5372100"/>
          <p14:tracePt t="302201" x="5988050" y="5372100"/>
          <p14:tracePt t="302217" x="5937250" y="5372100"/>
          <p14:tracePt t="302234" x="5924550" y="5372100"/>
          <p14:tracePt t="302251" x="5911850" y="5365750"/>
          <p14:tracePt t="302268" x="5880100" y="5340350"/>
          <p14:tracePt t="302285" x="5829300" y="5321300"/>
          <p14:tracePt t="302301" x="5791200" y="5308600"/>
          <p14:tracePt t="302446" x="5791200" y="5302250"/>
          <p14:tracePt t="302457" x="5791200" y="5295900"/>
          <p14:tracePt t="302466" x="5797550" y="5295900"/>
          <p14:tracePt t="302470" x="5816600" y="5289550"/>
          <p14:tracePt t="302484" x="5822950" y="5289550"/>
          <p14:tracePt t="302501" x="5867400" y="5283200"/>
          <p14:tracePt t="302518" x="5924550" y="5283200"/>
          <p14:tracePt t="302535" x="6045200" y="5295900"/>
          <p14:tracePt t="302551" x="6362700" y="5346700"/>
          <p14:tracePt t="302568" x="6972300" y="5429250"/>
          <p14:tracePt t="302584" x="7124700" y="5448300"/>
          <p14:tracePt t="302601" x="7308850" y="5454650"/>
          <p14:tracePt t="302618" x="7372350" y="5454650"/>
          <p14:tracePt t="302634" x="7416800" y="5454650"/>
          <p14:tracePt t="302651" x="7461250" y="5454650"/>
          <p14:tracePt t="302668" x="7639050" y="5454650"/>
          <p14:tracePt t="302685" x="7778750" y="5461000"/>
          <p14:tracePt t="302701" x="7918450" y="5480050"/>
          <p14:tracePt t="302718" x="8051800" y="5492750"/>
          <p14:tracePt t="302735" x="8166100" y="5505450"/>
          <p14:tracePt t="302751" x="8382000" y="5537200"/>
          <p14:tracePt t="302769" x="9175750" y="5664200"/>
          <p14:tracePt t="302785" x="9734550" y="5708650"/>
          <p14:tracePt t="302802" x="10020300" y="5715000"/>
          <p14:tracePt t="302818" x="10134600" y="5664200"/>
          <p14:tracePt t="302835" x="10153650" y="5607050"/>
          <p14:tracePt t="302851" x="10140950" y="5568950"/>
          <p14:tracePt t="302869" x="10020300" y="5499100"/>
          <p14:tracePt t="302885" x="9956800" y="5486400"/>
          <p14:tracePt t="302901" x="9937750" y="5486400"/>
          <p14:tracePt t="302918" x="9931400" y="5492750"/>
          <p14:tracePt t="302966" x="9925050" y="5492750"/>
          <p14:tracePt t="302974" x="9912350" y="5492750"/>
          <p14:tracePt t="302985" x="9893300" y="5492750"/>
          <p14:tracePt t="303002" x="9702800" y="5492750"/>
          <p14:tracePt t="303019" x="9626600" y="5492750"/>
          <p14:tracePt t="303023" x="9569450" y="5492750"/>
          <p14:tracePt t="303035" x="9512300" y="5492750"/>
          <p14:tracePt t="303052" x="9417050" y="5492750"/>
          <p14:tracePt t="303068" x="9296400" y="5511800"/>
          <p14:tracePt t="303085" x="9182100" y="5524500"/>
          <p14:tracePt t="303101" x="9010650" y="5524500"/>
          <p14:tracePt t="303118" x="8718550" y="5524500"/>
          <p14:tracePt t="303135" x="8458200" y="5524500"/>
          <p14:tracePt t="303152" x="8159750" y="5524500"/>
          <p14:tracePt t="303168" x="7880350" y="5486400"/>
          <p14:tracePt t="303185" x="7639050" y="5454650"/>
          <p14:tracePt t="303202" x="7480300" y="5429250"/>
          <p14:tracePt t="303219" x="7397750" y="5416550"/>
          <p14:tracePt t="303235" x="7308850" y="5416550"/>
          <p14:tracePt t="303252" x="7226300" y="5416550"/>
          <p14:tracePt t="303268" x="7029450" y="5410200"/>
          <p14:tracePt t="303285" x="6800850" y="5403850"/>
          <p14:tracePt t="303302" x="6724650" y="5403850"/>
          <p14:tracePt t="303318" x="6604000" y="5391150"/>
          <p14:tracePt t="303335" x="6521450" y="5391150"/>
          <p14:tracePt t="303352" x="6426200" y="5391150"/>
          <p14:tracePt t="303369" x="6330950" y="5391150"/>
          <p14:tracePt t="303385" x="6248400" y="5391150"/>
          <p14:tracePt t="303402" x="6197600" y="5384800"/>
          <p14:tracePt t="303419" x="6172200" y="5384800"/>
          <p14:tracePt t="303436" x="6115050" y="5384800"/>
          <p14:tracePt t="303453" x="6070600" y="5384800"/>
          <p14:tracePt t="303469" x="6032500" y="5384800"/>
          <p14:tracePt t="303670" x="6038850" y="5384800"/>
          <p14:tracePt t="303677" x="6057900" y="5384800"/>
          <p14:tracePt t="303688" x="6070600" y="5384800"/>
          <p14:tracePt t="303702" x="6146800" y="5378450"/>
          <p14:tracePt t="303719" x="6324600" y="5378450"/>
          <p14:tracePt t="303736" x="6565900" y="5378450"/>
          <p14:tracePt t="303752" x="6756400" y="5378450"/>
          <p14:tracePt t="303769" x="6870700" y="5372100"/>
          <p14:tracePt t="303786" x="6972300" y="5359400"/>
          <p14:tracePt t="303802" x="7175500" y="5359400"/>
          <p14:tracePt t="303819" x="7372350" y="5359400"/>
          <p14:tracePt t="303836" x="7753350" y="5359400"/>
          <p14:tracePt t="303853" x="8026400" y="5372100"/>
          <p14:tracePt t="303869" x="8166100" y="5391150"/>
          <p14:tracePt t="303886" x="8216900" y="5391150"/>
          <p14:tracePt t="303903" x="8242300" y="5391150"/>
          <p14:tracePt t="303919" x="8274050" y="5391150"/>
          <p14:tracePt t="303936" x="8337550" y="5384800"/>
          <p14:tracePt t="303952" x="8369300" y="5378450"/>
          <p14:tracePt t="303969" x="8394700" y="5372100"/>
          <p14:tracePt t="304022" x="8401050" y="5372100"/>
          <p14:tracePt t="304030" x="8407400" y="5372100"/>
          <p14:tracePt t="304038" x="8420100" y="5372100"/>
          <p14:tracePt t="304053" x="8464550" y="5372100"/>
          <p14:tracePt t="304069" x="8540750" y="5378450"/>
          <p14:tracePt t="304086" x="8616950" y="5391150"/>
          <p14:tracePt t="304103" x="8636000" y="5391150"/>
          <p14:tracePt t="304119" x="8642350" y="5391150"/>
          <p14:tracePt t="304197" x="8642350" y="5397500"/>
          <p14:tracePt t="304218" x="8636000" y="5397500"/>
          <p14:tracePt t="304226" x="8623300" y="5397500"/>
          <p14:tracePt t="304236" x="8604250" y="5397500"/>
          <p14:tracePt t="304253" x="8553450" y="5397500"/>
          <p14:tracePt t="304270" x="8483600" y="5397500"/>
          <p14:tracePt t="304286" x="8350250" y="5397500"/>
          <p14:tracePt t="304303" x="8147050" y="5397500"/>
          <p14:tracePt t="304321" x="7766050" y="5397500"/>
          <p14:tracePt t="304336" x="7639050" y="5391150"/>
          <p14:tracePt t="304353" x="7442200" y="5384800"/>
          <p14:tracePt t="304370" x="7296150" y="5384800"/>
          <p14:tracePt t="304386" x="7181850" y="5372100"/>
          <p14:tracePt t="304403" x="7099300" y="5372100"/>
          <p14:tracePt t="304421" x="6953250" y="5346700"/>
          <p14:tracePt t="304437" x="6864350" y="5346700"/>
          <p14:tracePt t="304453" x="6781800" y="5346700"/>
          <p14:tracePt t="304470" x="6705600" y="5346700"/>
          <p14:tracePt t="304487" x="6667500" y="5346700"/>
          <p14:tracePt t="304503" x="6654800" y="5346700"/>
          <p14:tracePt t="304537" x="6648450" y="5353050"/>
          <p14:tracePt t="305121" x="6654800" y="5353050"/>
          <p14:tracePt t="305133" x="6661150" y="5346700"/>
          <p14:tracePt t="305153" x="6673850" y="5340350"/>
          <p14:tracePt t="305165" x="6680200" y="5334000"/>
          <p14:tracePt t="305173" x="6686550" y="5314950"/>
          <p14:tracePt t="305187" x="6692900" y="5308600"/>
          <p14:tracePt t="305204" x="6692900" y="5270500"/>
          <p14:tracePt t="305221" x="6699250" y="5232400"/>
          <p14:tracePt t="305237" x="6705600" y="5207000"/>
          <p14:tracePt t="305255" x="6718300" y="5175250"/>
          <p14:tracePt t="305298" x="6724650" y="5149850"/>
          <p14:tracePt t="305321" x="6724650" y="5137150"/>
          <p14:tracePt t="305337" x="6737350" y="5118100"/>
          <p14:tracePt t="305354" x="6750050" y="5080000"/>
          <p14:tracePt t="305370" x="6762750" y="5048250"/>
          <p14:tracePt t="305389" x="6769100" y="5016500"/>
          <p14:tracePt t="305405" x="6781800" y="4997450"/>
          <p14:tracePt t="305421" x="6781800" y="4984750"/>
          <p14:tracePt t="305438" x="6781800" y="4978400"/>
          <p14:tracePt t="305455" x="6794500" y="4953000"/>
          <p14:tracePt t="305471" x="6819900" y="4908550"/>
          <p14:tracePt t="305488" x="6832600" y="4883150"/>
          <p14:tracePt t="305505" x="6845300" y="4845050"/>
          <p14:tracePt t="305522" x="6851650" y="4800600"/>
          <p14:tracePt t="305529" x="6851650" y="4787900"/>
          <p14:tracePt t="305539" x="6851650" y="4775200"/>
          <p14:tracePt t="305555" x="6851650" y="4749800"/>
          <p14:tracePt t="305571" x="6851650" y="4730750"/>
          <p14:tracePt t="305587" x="6851650" y="4705350"/>
          <p14:tracePt t="305605" x="6851650" y="4667250"/>
          <p14:tracePt t="305622" x="6851650" y="4629150"/>
          <p14:tracePt t="305637" x="6845300" y="4610100"/>
          <p14:tracePt t="305654" x="6832600" y="4591050"/>
          <p14:tracePt t="305671" x="6819900" y="4578350"/>
          <p14:tracePt t="305687" x="6794500" y="4565650"/>
          <p14:tracePt t="305705" x="6750050" y="4540250"/>
          <p14:tracePt t="305721" x="6718300" y="4527550"/>
          <p14:tracePt t="305737" x="6686550" y="4527550"/>
          <p14:tracePt t="305754" x="6667500" y="4527550"/>
          <p14:tracePt t="305771" x="6635750" y="4546600"/>
          <p14:tracePt t="305787" x="6616700" y="4559300"/>
          <p14:tracePt t="305805" x="6597650" y="4584700"/>
          <p14:tracePt t="305821" x="6584950" y="4597400"/>
          <p14:tracePt t="305837" x="6553200" y="4635500"/>
          <p14:tracePt t="305854" x="6521450" y="4711700"/>
          <p14:tracePt t="305871" x="6521450" y="4737100"/>
          <p14:tracePt t="305888" x="6508750" y="4800600"/>
          <p14:tracePt t="305904" x="6508750" y="4832350"/>
          <p14:tracePt t="305921" x="6508750" y="4864100"/>
          <p14:tracePt t="305938" x="6527800" y="4895850"/>
          <p14:tracePt t="305955" x="6572250" y="4914900"/>
          <p14:tracePt t="305971" x="6635750" y="4946650"/>
          <p14:tracePt t="305988" x="6699250" y="4965700"/>
          <p14:tracePt t="306005" x="6743700" y="4965700"/>
          <p14:tracePt t="306021" x="6756400" y="4965700"/>
          <p14:tracePt t="306038" x="6781800" y="4965700"/>
          <p14:tracePt t="306055" x="6813550" y="4946650"/>
          <p14:tracePt t="306071" x="6819900" y="4940300"/>
          <p14:tracePt t="306088" x="6832600" y="4921250"/>
          <p14:tracePt t="306105" x="6851650" y="4908550"/>
          <p14:tracePt t="306122" x="6896100" y="4857750"/>
          <p14:tracePt t="306138" x="6902450" y="4813300"/>
          <p14:tracePt t="306155" x="6902450" y="4775200"/>
          <p14:tracePt t="306172" x="6902450" y="4756150"/>
          <p14:tracePt t="306188" x="6902450" y="4737100"/>
          <p14:tracePt t="306205" x="6902450" y="4730750"/>
          <p14:tracePt t="306221" x="6902450" y="4718050"/>
          <p14:tracePt t="306238" x="6877050" y="4699000"/>
          <p14:tracePt t="306254" x="6864350" y="4692650"/>
          <p14:tracePt t="306272" x="6851650" y="4692650"/>
          <p14:tracePt t="306288" x="6832600" y="4692650"/>
          <p14:tracePt t="306305" x="6813550" y="4692650"/>
          <p14:tracePt t="306322" x="6807200" y="4692650"/>
          <p14:tracePt t="306338" x="6794500" y="4692650"/>
          <p14:tracePt t="306355" x="6781800" y="4705350"/>
          <p14:tracePt t="306372" x="6762750" y="4743450"/>
          <p14:tracePt t="306388" x="6750050" y="4794250"/>
          <p14:tracePt t="306405" x="6750050" y="4838700"/>
          <p14:tracePt t="306421" x="6750050" y="4876800"/>
          <p14:tracePt t="306438" x="6762750" y="4908550"/>
          <p14:tracePt t="306455" x="6775450" y="4921250"/>
          <p14:tracePt t="306472" x="6794500" y="4927600"/>
          <p14:tracePt t="306488" x="6807200" y="4927600"/>
          <p14:tracePt t="306505" x="6813550" y="4927600"/>
          <p14:tracePt t="306521" x="6819900" y="4933950"/>
          <p14:tracePt t="306538" x="6832600" y="4940300"/>
          <p14:tracePt t="306555" x="6838950" y="4953000"/>
          <p14:tracePt t="306571" x="6838950" y="4978400"/>
          <p14:tracePt t="306588" x="6838950" y="5003800"/>
          <p14:tracePt t="306605" x="6838950" y="5029200"/>
          <p14:tracePt t="306622" x="6838950" y="5048250"/>
          <p14:tracePt t="306638" x="6838950" y="5054600"/>
          <p14:tracePt t="306672" x="6838950" y="5067300"/>
          <p14:tracePt t="306688" x="6826250" y="5086350"/>
          <p14:tracePt t="306705" x="6826250" y="5092700"/>
          <p14:tracePt t="306722" x="6813550" y="5124450"/>
          <p14:tracePt t="306738" x="6800850" y="5156200"/>
          <p14:tracePt t="306755" x="6794500" y="5194300"/>
          <p14:tracePt t="306772" x="6781800" y="5219700"/>
          <p14:tracePt t="306789" x="6769100" y="5245100"/>
          <p14:tracePt t="306805" x="6762750" y="5264150"/>
          <p14:tracePt t="306822" x="6756400" y="5276850"/>
          <p14:tracePt t="306859" x="6756400" y="5283200"/>
          <p14:tracePt t="306925" x="6750050" y="5283200"/>
          <p14:tracePt t="306981" x="6743700" y="5289550"/>
          <p14:tracePt t="308398" x="6743700" y="5295900"/>
          <p14:tracePt t="309203" x="6743700" y="5289550"/>
          <p14:tracePt t="310026" x="6750050" y="5289550"/>
          <p14:tracePt t="310033" x="6750050" y="5270500"/>
          <p14:tracePt t="310041" x="6750050" y="5238750"/>
          <p14:tracePt t="310069" x="6750050" y="5232400"/>
          <p14:tracePt t="310078" x="6750050" y="5226050"/>
          <p14:tracePt t="314319" x="7207250" y="5321300"/>
          <p14:tracePt t="314355" x="7213600" y="5327650"/>
          <p14:tracePt t="314377" x="7200900" y="5334000"/>
          <p14:tracePt t="314381" x="7200900" y="5340350"/>
          <p14:tracePt t="314398" x="7226300" y="5340350"/>
          <p14:tracePt t="314413" x="7277100" y="5353050"/>
          <p14:tracePt t="314430" x="7308850" y="5365750"/>
          <p14:tracePt t="314446" x="7327900" y="5378450"/>
          <p14:tracePt t="314480" x="7340600" y="5416550"/>
          <p14:tracePt t="314496" x="7372350" y="5486400"/>
          <p14:tracePt t="314513" x="7442200" y="5600700"/>
          <p14:tracePt t="314530" x="7537450" y="5727700"/>
          <p14:tracePt t="314546" x="7588250" y="5765800"/>
          <p14:tracePt t="314564" x="7600950" y="5759450"/>
          <p14:tracePt t="314567" x="7607300" y="5734050"/>
          <p14:tracePt t="314580" x="7613650" y="5721350"/>
          <p14:tracePt t="314596" x="7613650" y="5600700"/>
          <p14:tracePt t="314613" x="7588250" y="5549900"/>
          <p14:tracePt t="314630" x="7581900" y="5543550"/>
          <p14:tracePt t="314646" x="7569200" y="5543550"/>
          <p14:tracePt t="314663" x="7562850" y="5543550"/>
          <p14:tracePt t="314715" x="7569200" y="5543550"/>
          <p14:tracePt t="314739" x="7581900" y="5530850"/>
          <p14:tracePt t="314746" x="7581900" y="5505450"/>
          <p14:tracePt t="314754" x="7581900" y="5486400"/>
          <p14:tracePt t="314766" x="7581900" y="5473700"/>
          <p14:tracePt t="314780" x="7581900" y="5454650"/>
          <p14:tracePt t="314797" x="7581900" y="5410200"/>
          <p14:tracePt t="314813" x="7581900" y="5384800"/>
          <p14:tracePt t="314830" x="7575550" y="5340350"/>
          <p14:tracePt t="314847" x="7569200" y="5327650"/>
          <p14:tracePt t="314863" x="7556500" y="5302250"/>
          <p14:tracePt t="314881" x="7531100" y="5289550"/>
          <p14:tracePt t="314897" x="7505700" y="5283200"/>
          <p14:tracePt t="314914" x="7461250" y="5270500"/>
          <p14:tracePt t="314931" x="7442200" y="5257800"/>
          <p14:tracePt t="314947" x="7385050" y="5232400"/>
          <p14:tracePt t="314965" x="7296150" y="5194300"/>
          <p14:tracePt t="314980" x="7264400" y="5181600"/>
          <p14:tracePt t="314997" x="7245350" y="5175250"/>
          <p14:tracePt t="315014" x="7232650" y="5168900"/>
          <p14:tracePt t="315030" x="7219950" y="5181600"/>
          <p14:tracePt t="315047" x="7200900" y="5226050"/>
          <p14:tracePt t="315064" x="7194550" y="5270500"/>
          <p14:tracePt t="315080" x="7181850" y="5295900"/>
          <p14:tracePt t="315097" x="7181850" y="5302250"/>
          <p14:tracePt t="315114" x="7181850" y="5308600"/>
          <p14:tracePt t="315131" x="7181850" y="5321300"/>
          <p14:tracePt t="315147" x="7188200" y="5340350"/>
          <p14:tracePt t="315164" x="7207250" y="5384800"/>
          <p14:tracePt t="315180" x="7251700" y="5448300"/>
          <p14:tracePt t="315197" x="7258050" y="5461000"/>
          <p14:tracePt t="315214" x="7264400" y="5467350"/>
          <p14:tracePt t="315247" x="7296150" y="5467350"/>
          <p14:tracePt t="315264" x="7346950" y="5467350"/>
          <p14:tracePt t="315281" x="7385050" y="5467350"/>
          <p14:tracePt t="315297" x="7410450" y="5454650"/>
          <p14:tracePt t="315314" x="7416800" y="5441950"/>
          <p14:tracePt t="315331" x="7423150" y="5429250"/>
          <p14:tracePt t="315347" x="7429500" y="5397500"/>
          <p14:tracePt t="315364" x="7429500" y="5372100"/>
          <p14:tracePt t="315381" x="7435850" y="5327650"/>
          <p14:tracePt t="315397" x="7442200" y="5308600"/>
          <p14:tracePt t="315414" x="7448550" y="5289550"/>
          <p14:tracePt t="315431" x="7448550" y="5276850"/>
          <p14:tracePt t="315447" x="7454900" y="5270500"/>
          <p14:tracePt t="315464" x="7454900" y="5264150"/>
          <p14:tracePt t="315497" x="7454900" y="5251450"/>
          <p14:tracePt t="315514" x="7454900" y="5238750"/>
          <p14:tracePt t="315531" x="7454900" y="5232400"/>
          <p14:tracePt t="315547" x="7448550" y="5219700"/>
          <p14:tracePt t="315564" x="7429500" y="5213350"/>
          <p14:tracePt t="315581" x="7410450" y="5207000"/>
          <p14:tracePt t="315597" x="7397750" y="5207000"/>
          <p14:tracePt t="315614" x="7385050" y="5207000"/>
          <p14:tracePt t="315631" x="7378700" y="5207000"/>
          <p14:tracePt t="315664" x="7372350" y="5207000"/>
          <p14:tracePt t="315681" x="7359650" y="5207000"/>
          <p14:tracePt t="315698" x="7359650" y="5213350"/>
          <p14:tracePt t="315714" x="7346950" y="5232400"/>
          <p14:tracePt t="315731" x="7346950" y="5251450"/>
          <p14:tracePt t="315748" x="7346950" y="5270500"/>
          <p14:tracePt t="315764" x="7366000" y="5302250"/>
          <p14:tracePt t="315781" x="7385050" y="5334000"/>
          <p14:tracePt t="315798" x="7397750" y="5359400"/>
          <p14:tracePt t="315814" x="7410450" y="5378450"/>
          <p14:tracePt t="315831" x="7410450" y="5384800"/>
          <p14:tracePt t="315848" x="7410450" y="5391150"/>
          <p14:tracePt t="315865" x="7416800" y="5391150"/>
          <p14:tracePt t="315911" x="7423150" y="5397500"/>
          <p14:tracePt t="315918" x="7435850" y="5416550"/>
          <p14:tracePt t="315932" x="7442200" y="5429250"/>
          <p14:tracePt t="315949" x="7480300" y="5461000"/>
          <p14:tracePt t="315965" x="7505700" y="5480050"/>
          <p14:tracePt t="315982" x="7531100" y="5480050"/>
          <p14:tracePt t="315999" x="7537450" y="5480050"/>
          <p14:tracePt t="316015" x="7569200" y="5467350"/>
          <p14:tracePt t="316031" x="7581900" y="5467350"/>
          <p14:tracePt t="316048" x="7594600" y="5454650"/>
          <p14:tracePt t="316065" x="7600950" y="5441950"/>
          <p14:tracePt t="316183" x="7607300" y="5435600"/>
          <p14:tracePt t="316226" x="7613650" y="5435600"/>
          <p14:tracePt t="316233" x="7613650" y="5416550"/>
          <p14:tracePt t="316249" x="7607300" y="5410200"/>
          <p14:tracePt t="316257" x="7600950" y="5397500"/>
          <p14:tracePt t="316266" x="7600950" y="5391150"/>
          <p14:tracePt t="316281" x="7588250" y="5372100"/>
          <p14:tracePt t="316298" x="7581900" y="5365750"/>
          <p14:tracePt t="316315" x="7581900" y="5359400"/>
          <p14:tracePt t="316332" x="7575550" y="5346700"/>
          <p14:tracePt t="316349" x="7562850" y="5327650"/>
          <p14:tracePt t="316365" x="7543800" y="5314950"/>
          <p14:tracePt t="316382" x="7512050" y="5302250"/>
          <p14:tracePt t="316399" x="7499350" y="5302250"/>
          <p14:tracePt t="316415" x="7486650" y="5302250"/>
          <p14:tracePt t="316432" x="7480300" y="5302250"/>
          <p14:tracePt t="316449" x="7448550" y="5308600"/>
          <p14:tracePt t="316482" x="7429500" y="5314950"/>
          <p14:tracePt t="316498" x="7416800" y="5321300"/>
          <p14:tracePt t="316515" x="7410450" y="5346700"/>
          <p14:tracePt t="316532" x="7410450" y="5365750"/>
          <p14:tracePt t="316548" x="7410450" y="5378450"/>
          <p14:tracePt t="316565" x="7410450" y="5397500"/>
          <p14:tracePt t="316582" x="7410450" y="5429250"/>
          <p14:tracePt t="316598" x="7416800" y="5473700"/>
          <p14:tracePt t="316615" x="7416800" y="5511800"/>
          <p14:tracePt t="316632" x="7416800" y="5537200"/>
          <p14:tracePt t="316648" x="7429500" y="5556250"/>
          <p14:tracePt t="316750" x="7442200" y="5562600"/>
          <p14:tracePt t="316758" x="7454900" y="5562600"/>
          <p14:tracePt t="316765" x="7467600" y="5568950"/>
          <p14:tracePt t="316782" x="7524750" y="5568950"/>
          <p14:tracePt t="316799" x="7531100" y="5562600"/>
          <p14:tracePt t="316816" x="7550150" y="5543550"/>
          <p14:tracePt t="316833" x="7550150" y="5499100"/>
          <p14:tracePt t="316849" x="7550150" y="5473700"/>
          <p14:tracePt t="316865" x="7550150" y="5454650"/>
          <p14:tracePt t="316882" x="7550150" y="5429250"/>
          <p14:tracePt t="316899" x="7550150" y="5403850"/>
          <p14:tracePt t="316915" x="7556500" y="5384800"/>
          <p14:tracePt t="316932" x="7556500" y="5365750"/>
          <p14:tracePt t="316949" x="7550150" y="5334000"/>
          <p14:tracePt t="316982" x="7537450" y="5314950"/>
          <p14:tracePt t="316999" x="7524750" y="5289550"/>
          <p14:tracePt t="317016" x="7512050" y="5276850"/>
          <p14:tracePt t="317033" x="7486650" y="5245100"/>
          <p14:tracePt t="317049" x="7473950" y="5245100"/>
          <p14:tracePt t="317065" x="7454900" y="5238750"/>
          <p14:tracePt t="317082" x="7448550" y="5238750"/>
          <p14:tracePt t="317099" x="7429500" y="5238750"/>
          <p14:tracePt t="317116" x="7410450" y="5238750"/>
          <p14:tracePt t="317132" x="7391400" y="5264150"/>
          <p14:tracePt t="317149" x="7366000" y="5289550"/>
          <p14:tracePt t="317166" x="7353300" y="5308600"/>
          <p14:tracePt t="317182" x="7353300" y="5314950"/>
          <p14:tracePt t="317199" x="7353300" y="5327650"/>
          <p14:tracePt t="317216" x="7353300" y="5359400"/>
          <p14:tracePt t="317233" x="7353300" y="5372100"/>
          <p14:tracePt t="317249" x="7353300" y="5410200"/>
          <p14:tracePt t="317266" x="7366000" y="5448300"/>
          <p14:tracePt t="317282" x="7391400" y="5486400"/>
          <p14:tracePt t="317299" x="7404100" y="5505450"/>
          <p14:tracePt t="317316" x="7410450" y="5505450"/>
          <p14:tracePt t="317333" x="7435850" y="5518150"/>
          <p14:tracePt t="317366" x="7448550" y="5518150"/>
          <p14:tracePt t="317383" x="7467600" y="5511800"/>
          <p14:tracePt t="317400" x="7473950" y="5505450"/>
          <p14:tracePt t="317417" x="7493000" y="5467350"/>
          <p14:tracePt t="317433" x="7499350" y="5435600"/>
          <p14:tracePt t="317449" x="7499350" y="5403850"/>
          <p14:tracePt t="317466" x="7499350" y="5365750"/>
          <p14:tracePt t="317483" x="7499350" y="5334000"/>
          <p14:tracePt t="317499" x="7493000" y="5314950"/>
          <p14:tracePt t="317517" x="7493000" y="5302250"/>
          <p14:tracePt t="317533" x="7486650" y="5289550"/>
          <p14:tracePt t="317550" x="7480300" y="5283200"/>
          <p14:tracePt t="317566" x="7467600" y="5276850"/>
          <p14:tracePt t="317583" x="7442200" y="5270500"/>
          <p14:tracePt t="317600" x="7423150" y="5270500"/>
          <p14:tracePt t="317616" x="7404100" y="5270500"/>
          <p14:tracePt t="317633" x="7397750" y="5270500"/>
          <p14:tracePt t="317649" x="7372350" y="5289550"/>
          <p14:tracePt t="317666" x="7366000" y="5308600"/>
          <p14:tracePt t="317683" x="7346950" y="5334000"/>
          <p14:tracePt t="317700" x="7334250" y="5359400"/>
          <p14:tracePt t="317717" x="7334250" y="5410200"/>
          <p14:tracePt t="317733" x="7334250" y="5416550"/>
          <p14:tracePt t="317750" x="7346950" y="5454650"/>
          <p14:tracePt t="317766" x="7359650" y="5467350"/>
          <p14:tracePt t="317783" x="7391400" y="5486400"/>
          <p14:tracePt t="317800" x="7410450" y="5492750"/>
          <p14:tracePt t="317816" x="7435850" y="5499100"/>
          <p14:tracePt t="317834" x="7454900" y="5499100"/>
          <p14:tracePt t="317850" x="7486650" y="5492750"/>
          <p14:tracePt t="317867" x="7505700" y="5480050"/>
          <p14:tracePt t="317883" x="7518400" y="5461000"/>
          <p14:tracePt t="317900" x="7531100" y="5441950"/>
          <p14:tracePt t="317916" x="7531100" y="5429250"/>
          <p14:tracePt t="317933" x="7537450" y="5403850"/>
          <p14:tracePt t="317950" x="7537450" y="5384800"/>
          <p14:tracePt t="317967" x="7537450" y="5353050"/>
          <p14:tracePt t="317983" x="7531100" y="5327650"/>
          <p14:tracePt t="318000" x="7505700" y="5289550"/>
          <p14:tracePt t="318017" x="7480300" y="5257800"/>
          <p14:tracePt t="318034" x="7467600" y="5251450"/>
          <p14:tracePt t="318067" x="7461250" y="5251450"/>
          <p14:tracePt t="318084" x="7442200" y="5251450"/>
          <p14:tracePt t="318101" x="7423150" y="5251450"/>
          <p14:tracePt t="318117" x="7410450" y="5251450"/>
          <p14:tracePt t="318133" x="7397750" y="5264150"/>
          <p14:tracePt t="318150" x="7397750" y="5283200"/>
          <p14:tracePt t="318167" x="7385050" y="5314950"/>
          <p14:tracePt t="318183" x="7378700" y="5334000"/>
          <p14:tracePt t="318200" x="7378700" y="5346700"/>
          <p14:tracePt t="318216" x="7378700" y="5365750"/>
          <p14:tracePt t="318233" x="7378700" y="5372100"/>
          <p14:tracePt t="318250" x="7404100" y="5416550"/>
          <p14:tracePt t="318267" x="7435850" y="5454650"/>
          <p14:tracePt t="318284" x="7448550" y="5467350"/>
          <p14:tracePt t="318300" x="7454900" y="5473700"/>
          <p14:tracePt t="318334" x="7461250" y="5480050"/>
          <p14:tracePt t="318350" x="7473950" y="5480050"/>
          <p14:tracePt t="318367" x="7486650" y="5473700"/>
          <p14:tracePt t="318383" x="7512050" y="5461000"/>
          <p14:tracePt t="318400" x="7531100" y="5441950"/>
          <p14:tracePt t="318417" x="7537450" y="5422900"/>
          <p14:tracePt t="318434" x="7537450" y="5397500"/>
          <p14:tracePt t="318451" x="7537450" y="5384800"/>
          <p14:tracePt t="318467" x="7537450" y="5365750"/>
          <p14:tracePt t="318485" x="7537450" y="5346700"/>
          <p14:tracePt t="318501" x="7537450" y="5334000"/>
          <p14:tracePt t="318517" x="7531100" y="5321300"/>
          <p14:tracePt t="318533" x="7518400" y="5314950"/>
          <p14:tracePt t="318550" x="7486650" y="5302250"/>
          <p14:tracePt t="318567" x="7454900" y="5302250"/>
          <p14:tracePt t="318584" x="7423150" y="5302250"/>
          <p14:tracePt t="318600" x="7385050" y="5302250"/>
          <p14:tracePt t="318617" x="7366000" y="5308600"/>
          <p14:tracePt t="318634" x="7353300" y="5321300"/>
          <p14:tracePt t="318651" x="7340600" y="5327650"/>
          <p14:tracePt t="318668" x="7340600" y="5340350"/>
          <p14:tracePt t="318684" x="7340600" y="5372100"/>
          <p14:tracePt t="318701" x="7340600" y="5435600"/>
          <p14:tracePt t="318718" x="7340600" y="5473700"/>
          <p14:tracePt t="318734" x="7340600" y="5511800"/>
          <p14:tracePt t="318750" x="7359650" y="5537200"/>
          <p14:tracePt t="318767" x="7366000" y="5549900"/>
          <p14:tracePt t="318784" x="7378700" y="5556250"/>
          <p14:tracePt t="318801" x="7391400" y="5562600"/>
          <p14:tracePt t="318817" x="7397750" y="5562600"/>
          <p14:tracePt t="318834" x="7423150" y="5562600"/>
          <p14:tracePt t="318851" x="7435850" y="5562600"/>
          <p14:tracePt t="318867" x="7467600" y="5556250"/>
          <p14:tracePt t="318884" x="7493000" y="5530850"/>
          <p14:tracePt t="318901" x="7518400" y="5511800"/>
          <p14:tracePt t="318918" x="7531100" y="5499100"/>
          <p14:tracePt t="318934" x="7531100" y="5492750"/>
          <p14:tracePt t="318950" x="7531100" y="5467350"/>
          <p14:tracePt t="318967" x="7531100" y="5448300"/>
          <p14:tracePt t="318985" x="7531100" y="5429250"/>
          <p14:tracePt t="319001" x="7524750" y="5410200"/>
          <p14:tracePt t="319018" x="7512050" y="5391150"/>
          <p14:tracePt t="319034" x="7499350" y="5372100"/>
          <p14:tracePt t="319051" x="7493000" y="5365750"/>
          <p14:tracePt t="319068" x="7480300" y="5359400"/>
          <p14:tracePt t="319085" x="7467600" y="5353050"/>
          <p14:tracePt t="319101" x="7448550" y="5346700"/>
          <p14:tracePt t="319118" x="7435850" y="5346700"/>
          <p14:tracePt t="319134" x="7423150" y="5346700"/>
          <p14:tracePt t="319151" x="7404100" y="5353050"/>
          <p14:tracePt t="319168" x="7397750" y="5365750"/>
          <p14:tracePt t="319184" x="7385050" y="5410200"/>
          <p14:tracePt t="319201" x="7385050" y="5435600"/>
          <p14:tracePt t="319218" x="7385050" y="5448300"/>
          <p14:tracePt t="319234" x="7385050" y="5473700"/>
          <p14:tracePt t="319252" x="7397750" y="5486400"/>
          <p14:tracePt t="319268" x="7410450" y="5499100"/>
          <p14:tracePt t="319285" x="7423150" y="5518150"/>
          <p14:tracePt t="319301" x="7429500" y="5518150"/>
          <p14:tracePt t="319318" x="7435850" y="5518150"/>
          <p14:tracePt t="319335" x="7454900" y="5524500"/>
          <p14:tracePt t="319351" x="7467600" y="5530850"/>
          <p14:tracePt t="319368" x="7486650" y="5530850"/>
          <p14:tracePt t="319384" x="7505700" y="5530850"/>
          <p14:tracePt t="319401" x="7531100" y="5524500"/>
          <p14:tracePt t="319418" x="7537450" y="5518150"/>
          <p14:tracePt t="319434" x="7550150" y="5499100"/>
          <p14:tracePt t="319451" x="7562850" y="5467350"/>
          <p14:tracePt t="319468" x="7569200" y="5454650"/>
          <p14:tracePt t="319485" x="7569200" y="5448300"/>
          <p14:tracePt t="319501" x="7575550" y="5422900"/>
          <p14:tracePt t="319518" x="7575550" y="5410200"/>
          <p14:tracePt t="319535" x="7575550" y="5384800"/>
          <p14:tracePt t="319552" x="7575550" y="5365750"/>
          <p14:tracePt t="319574" x="7575550" y="5359400"/>
          <p14:tracePt t="319585" x="7569200" y="5353050"/>
          <p14:tracePt t="319601" x="7562850" y="5346700"/>
          <p14:tracePt t="319618" x="7537450" y="5327650"/>
          <p14:tracePt t="319635" x="7505700" y="5302250"/>
          <p14:tracePt t="319651" x="7454900" y="5270500"/>
          <p14:tracePt t="319668" x="7435850" y="5257800"/>
          <p14:tracePt t="319685" x="7423150" y="5251450"/>
          <p14:tracePt t="319702" x="7423150" y="5245100"/>
          <p14:tracePt t="319735" x="7410450" y="5245100"/>
          <p14:tracePt t="319752" x="7404100" y="5245100"/>
          <p14:tracePt t="319768" x="7391400" y="5251450"/>
          <p14:tracePt t="319785" x="7372350" y="5270500"/>
          <p14:tracePt t="319802" x="7366000" y="5283200"/>
          <p14:tracePt t="319818" x="7359650" y="5295900"/>
          <p14:tracePt t="319835" x="7353300" y="5334000"/>
          <p14:tracePt t="319851" x="7353300" y="5365750"/>
          <p14:tracePt t="319869" x="7366000" y="5397500"/>
          <p14:tracePt t="319885" x="7385050" y="5416550"/>
          <p14:tracePt t="319902" x="7404100" y="5441950"/>
          <p14:tracePt t="319918" x="7423150" y="5454650"/>
          <p14:tracePt t="319935" x="7435850" y="5467350"/>
          <p14:tracePt t="319952" x="7454900" y="5473700"/>
          <p14:tracePt t="319969" x="7461250" y="5480050"/>
          <p14:tracePt t="320021" x="7467600" y="5480050"/>
          <p14:tracePt t="320046" x="7467600" y="5473700"/>
          <p14:tracePt t="320874" x="7473950" y="5461000"/>
          <p14:tracePt t="320881" x="7480300" y="5429250"/>
          <p14:tracePt t="320885" x="7486650" y="5372100"/>
          <p14:tracePt t="320903" x="7473950" y="5111750"/>
          <p14:tracePt t="320920" x="7423150" y="4908550"/>
          <p14:tracePt t="320936" x="7404100" y="4889500"/>
          <p14:tracePt t="320953" x="7346950" y="4864100"/>
          <p14:tracePt t="320970" x="7245350" y="4838700"/>
          <p14:tracePt t="320986" x="7162800" y="4806950"/>
          <p14:tracePt t="321003" x="7054850" y="4749800"/>
          <p14:tracePt t="321020" x="6972300" y="4699000"/>
          <p14:tracePt t="321036" x="6915150" y="4667250"/>
          <p14:tracePt t="321053" x="6877050" y="4635500"/>
          <p14:tracePt t="321057" x="6851650" y="4610100"/>
          <p14:tracePt t="321069" x="6813550" y="4578350"/>
          <p14:tracePt t="321086" x="6769100" y="4521200"/>
          <p14:tracePt t="321103" x="6489700" y="4260850"/>
          <p14:tracePt t="321120" x="5956300" y="3886200"/>
          <p14:tracePt t="321136" x="5422900" y="3543300"/>
          <p14:tracePt t="321153" x="5232400" y="3441700"/>
          <p14:tracePt t="321186" x="5226050" y="3448050"/>
          <p14:tracePt t="321297" x="5232400" y="3448050"/>
          <p14:tracePt t="321313" x="5238750" y="3448050"/>
          <p14:tracePt t="321322" x="5245100" y="3448050"/>
          <p14:tracePt t="321346" x="5257800" y="3448050"/>
          <p14:tracePt t="321354" x="5289550" y="3429000"/>
          <p14:tracePt t="321362" x="5340350" y="3371850"/>
          <p14:tracePt t="321371" x="5403850" y="3289300"/>
          <p14:tracePt t="321709" x="5416550" y="3289300"/>
          <p14:tracePt t="321725" x="5441950" y="3282950"/>
          <p14:tracePt t="321729" x="5448300" y="3282950"/>
          <p14:tracePt t="321757" x="5422900" y="3289300"/>
          <p14:tracePt t="321769" x="5391150" y="3289300"/>
          <p14:tracePt t="321785" x="5397500" y="3276600"/>
          <p14:tracePt t="321793" x="5410200" y="3270250"/>
          <p14:tracePt t="321809" x="5416550" y="3270250"/>
          <p14:tracePt t="321851" x="5435600" y="3289300"/>
          <p14:tracePt t="321869" x="5448300" y="3314700"/>
          <p14:tracePt t="321875" x="5492750" y="3359150"/>
          <p14:tracePt t="321888" x="5537200" y="3409950"/>
          <p14:tracePt t="321905" x="5746750" y="3562350"/>
          <p14:tracePt t="321920" x="5892800" y="3644900"/>
          <p14:tracePt t="321937" x="6032500" y="3708400"/>
          <p14:tracePt t="321954" x="6051550" y="3708400"/>
          <p14:tracePt t="321987" x="6051550" y="3714750"/>
          <p14:tracePt t="322004" x="6064250" y="3746500"/>
          <p14:tracePt t="322021" x="6083300" y="3816350"/>
          <p14:tracePt t="322038" x="6115050" y="3905250"/>
          <p14:tracePt t="322054" x="6140450" y="3981450"/>
          <p14:tracePt t="322071" x="6184900" y="4089400"/>
          <p14:tracePt t="322087" x="6203950" y="4152900"/>
          <p14:tracePt t="322104" x="6254750" y="4286250"/>
          <p14:tracePt t="322120" x="6324600" y="4451350"/>
          <p14:tracePt t="322137" x="6419850" y="4622800"/>
          <p14:tracePt t="322154" x="6445250" y="4699000"/>
          <p14:tracePt t="322171" x="6451600" y="4699000"/>
          <p14:tracePt t="322271" x="6451600" y="4705350"/>
          <p14:tracePt t="322278" x="6451600" y="4711700"/>
          <p14:tracePt t="322288" x="6451600" y="4724400"/>
          <p14:tracePt t="322306" x="6451600" y="4743450"/>
          <p14:tracePt t="322321" x="6457950" y="4813300"/>
          <p14:tracePt t="322337" x="6483350" y="48895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55440" y="1268760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91544" y="404664"/>
            <a:ext cx="864000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>
            <a:endCxn id="8" idx="2"/>
          </p:cNvCxnSpPr>
          <p:nvPr/>
        </p:nvCxnSpPr>
        <p:spPr>
          <a:xfrm>
            <a:off x="1055440" y="836712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86889" y="404664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f(t)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2166101" y="126876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y(t)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2061680" y="1809690"/>
            <a:ext cx="84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y(0)=0</a:t>
            </a:r>
          </a:p>
          <a:p>
            <a:r>
              <a:rPr lang="nl-NL" dirty="0"/>
              <a:t>y’(0)=0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51875" y="193208"/>
                <a:ext cx="1731628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l-NL" b="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875" y="193208"/>
                <a:ext cx="1731628" cy="5557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199298" y="2136370"/>
                <a:ext cx="18552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298" y="2136370"/>
                <a:ext cx="1855251" cy="276999"/>
              </a:xfrm>
              <a:prstGeom prst="rect">
                <a:avLst/>
              </a:prstGeom>
              <a:blipFill>
                <a:blip r:embed="rId6"/>
                <a:stretch>
                  <a:fillRect l="-1316" t="-4348" r="-4276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254973" y="2775758"/>
                <a:ext cx="4681859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𝑆𝑒𝑡𝑝𝑜𝑖𝑛𝑡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𝐾𝑝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𝐾𝑑𝑠</m:t>
                              </m:r>
                            </m:e>
                          </m:d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.(</m:t>
                          </m:r>
                          <m:f>
                            <m:fPr>
                              <m:ctrlP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p>
                                <m:sSupPr>
                                  <m:ctrlP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𝐾𝑝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𝐾𝑑𝑠</m:t>
                              </m:r>
                            </m:e>
                          </m:d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.(</m:t>
                          </m:r>
                          <m:f>
                            <m:fPr>
                              <m:ctrlP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p>
                                <m:sSupPr>
                                  <m:ctrlP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nl-NL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973" y="2775758"/>
                <a:ext cx="4681859" cy="9578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endCxn id="6" idx="2"/>
          </p:cNvCxnSpPr>
          <p:nvPr/>
        </p:nvCxnSpPr>
        <p:spPr>
          <a:xfrm>
            <a:off x="335360" y="4914184"/>
            <a:ext cx="5824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-79000" y="4265986"/>
            <a:ext cx="118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setpoint(s)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215680" y="4486647"/>
                <a:ext cx="1056624" cy="8550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4486647"/>
                <a:ext cx="1056624" cy="8550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4295800" y="4914185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21676" y="448213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Y(s)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6719264" y="1643652"/>
            <a:ext cx="210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Laplace </a:t>
            </a:r>
            <a:r>
              <a:rPr lang="nl-NL" dirty="0" err="1"/>
              <a:t>transform</a:t>
            </a:r>
            <a:r>
              <a:rPr lang="nl-NL" dirty="0"/>
              <a:t> -&gt;</a:t>
            </a:r>
            <a:endParaRPr lang="en-GB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5519936" y="5341722"/>
            <a:ext cx="31683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392144" y="4365104"/>
            <a:ext cx="0" cy="194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879976" y="5229200"/>
            <a:ext cx="144016" cy="216024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875784" y="5229200"/>
            <a:ext cx="148208" cy="216024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851419" y="4123214"/>
                <a:ext cx="740459" cy="414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nl-NL" sz="1400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nl-NL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nl-NL" sz="1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419" y="4123214"/>
                <a:ext cx="740459" cy="414472"/>
              </a:xfrm>
              <a:prstGeom prst="rect">
                <a:avLst/>
              </a:prstGeom>
              <a:blipFill>
                <a:blip r:embed="rId9"/>
                <a:stretch>
                  <a:fillRect l="-5785" r="-1653" b="-10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807968" y="993199"/>
                <a:ext cx="295779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nl-NL" b="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993199"/>
                <a:ext cx="2957797" cy="527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398007" y="2153486"/>
                <a:ext cx="290669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007" y="2153486"/>
                <a:ext cx="2906693" cy="298415"/>
              </a:xfrm>
              <a:prstGeom prst="rect">
                <a:avLst/>
              </a:prstGeom>
              <a:blipFill>
                <a:blip r:embed="rId11"/>
                <a:stretch>
                  <a:fillRect r="-1050" b="-265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563458" y="4486647"/>
                <a:ext cx="1251935" cy="8550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58" y="4486647"/>
                <a:ext cx="1251935" cy="8550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29" idx="3"/>
            <a:endCxn id="24" idx="1"/>
          </p:cNvCxnSpPr>
          <p:nvPr/>
        </p:nvCxnSpPr>
        <p:spPr>
          <a:xfrm>
            <a:off x="2815393" y="4914185"/>
            <a:ext cx="4002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7790" y="4761322"/>
            <a:ext cx="281418" cy="30572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812364" y="4932322"/>
            <a:ext cx="0" cy="741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1055440" y="5673907"/>
            <a:ext cx="37569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6" idx="4"/>
          </p:cNvCxnSpPr>
          <p:nvPr/>
        </p:nvCxnSpPr>
        <p:spPr>
          <a:xfrm flipV="1">
            <a:off x="1055192" y="5067045"/>
            <a:ext cx="3307" cy="588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0742" y="45947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+</a:t>
            </a:r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753262" y="517938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</a:t>
            </a:r>
            <a:endParaRPr lang="en-GB" dirty="0"/>
          </a:p>
        </p:txBody>
      </p:sp>
      <p:cxnSp>
        <p:nvCxnSpPr>
          <p:cNvPr id="48" name="Straight Arrow Connector 47"/>
          <p:cNvCxnSpPr>
            <a:stCxn id="6" idx="6"/>
            <a:endCxn id="29" idx="1"/>
          </p:cNvCxnSpPr>
          <p:nvPr/>
        </p:nvCxnSpPr>
        <p:spPr>
          <a:xfrm>
            <a:off x="1199208" y="4914184"/>
            <a:ext cx="3642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888167" y="4057506"/>
                <a:ext cx="2795957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𝐾𝑝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𝐾𝑑𝑠</m:t>
                              </m:r>
                            </m:e>
                          </m:d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𝐾𝑝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𝐾𝑑𝑠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167" y="4057506"/>
                <a:ext cx="2795957" cy="5866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9114006" y="4914183"/>
                <a:ext cx="2472793" cy="836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box>
                                <m:box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nl-NL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box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box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nl-NL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006" y="4914183"/>
                <a:ext cx="2472793" cy="8368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/>
          <p:cNvSpPr/>
          <p:nvPr/>
        </p:nvSpPr>
        <p:spPr>
          <a:xfrm>
            <a:off x="6901438" y="5229200"/>
            <a:ext cx="153111" cy="216024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780265" y="5516692"/>
                <a:ext cx="399020" cy="450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NL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nl-NL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265" y="5516692"/>
                <a:ext cx="399020" cy="450829"/>
              </a:xfrm>
              <a:prstGeom prst="rect">
                <a:avLst/>
              </a:prstGeom>
              <a:blipFill>
                <a:blip r:embed="rId15"/>
                <a:stretch>
                  <a:fillRect l="-1515" t="-1351" r="-3030"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061473" y="5919524"/>
                <a:ext cx="1803764" cy="656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b="0" dirty="0"/>
                  <a:t>-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box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nl-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nl-NL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box>
                              <m:box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𝑘𝑑</m:t>
                                    </m:r>
                                  </m:num>
                                  <m:den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box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box>
                          <m:boxPr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𝑘𝑝</m:t>
                                </m:r>
                              </m:num>
                              <m:den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box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473" y="5919524"/>
                <a:ext cx="1803764" cy="656013"/>
              </a:xfrm>
              <a:prstGeom prst="rect">
                <a:avLst/>
              </a:prstGeom>
              <a:blipFill>
                <a:blip r:embed="rId16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32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199"/>
    </mc:Choice>
    <mc:Fallback xmlns="">
      <p:transition spd="slow" advTm="114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4" grpId="0" animBg="1"/>
      <p:bldP spid="27" grpId="0"/>
      <p:bldP spid="30" grpId="0"/>
      <p:bldP spid="42" grpId="0"/>
      <p:bldP spid="25" grpId="0"/>
      <p:bldP spid="28" grpId="0"/>
      <p:bldP spid="29" grpId="0" animBg="1"/>
      <p:bldP spid="6" grpId="0" animBg="1"/>
      <p:bldP spid="46" grpId="0"/>
      <p:bldP spid="47" grpId="0"/>
      <p:bldP spid="53" grpId="0"/>
      <p:bldP spid="54" grpId="0"/>
      <p:bldP spid="55" grpId="0" animBg="1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C6FC-6A3D-BFE4-A508-D0DDA66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space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C0132-354D-8E16-72D9-25ACEE80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7" y="3014604"/>
            <a:ext cx="3171431" cy="91060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16F389-7045-0F21-7A90-969B04474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248" y="561946"/>
            <a:ext cx="47625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419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|14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19.9|23.3|5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6.3|18.6|31.3|8.9|5.3|21.2|1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|15.6|4.6|4.3|3.2|25.3|0.7|4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306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PID – stap 4 PID parameters</vt:lpstr>
      <vt:lpstr>Methods</vt:lpstr>
      <vt:lpstr>Ziegler and Nicols   (https://en.wikipedia.org/wiki/Ziegler–Nichols_method)</vt:lpstr>
      <vt:lpstr>Ziegler and Nicols   (https://en.wikipedia.org/wiki/Ziegler–Nichols_method)</vt:lpstr>
      <vt:lpstr>Methods</vt:lpstr>
      <vt:lpstr>PowerPoint Presentation</vt:lpstr>
      <vt:lpstr>PowerPoint Presentation</vt:lpstr>
      <vt:lpstr>State space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 Bozon</dc:creator>
  <cp:lastModifiedBy>Bart Bozon</cp:lastModifiedBy>
  <cp:revision>18</cp:revision>
  <dcterms:created xsi:type="dcterms:W3CDTF">2020-05-04T06:54:27Z</dcterms:created>
  <dcterms:modified xsi:type="dcterms:W3CDTF">2026-03-04T07:52:55Z</dcterms:modified>
</cp:coreProperties>
</file>