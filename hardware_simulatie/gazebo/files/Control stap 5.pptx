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7" r:id="rId4"/>
    <p:sldId id="268" r:id="rId5"/>
    <p:sldId id="269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howGuides="1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0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1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9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60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20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2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4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07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70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792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26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DB72B-888B-4083-9941-EF5B186FD7DC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47A3-84F7-4424-93B8-D6908A7071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61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ontrol-theory.com/entry/2024/10/01/14330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bdcontrolletter.wordpress.com/2016/10/24/what-is-the-concept-of-a-observer-in-control-system-theory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near%E2%80%93quadratic_regulator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Control – stap 5</a:t>
            </a:r>
            <a:br>
              <a:rPr lang="nl-NL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@ Bart Bozon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22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98"/>
    </mc:Choice>
    <mc:Fallback xmlns="">
      <p:transition spd="slow" advTm="1919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Thermostat</a:t>
            </a:r>
            <a:r>
              <a:rPr lang="nl-NL" dirty="0"/>
              <a:t> (on/off)</a:t>
            </a:r>
          </a:p>
          <a:p>
            <a:r>
              <a:rPr lang="nl-NL" dirty="0"/>
              <a:t>PID</a:t>
            </a:r>
          </a:p>
          <a:p>
            <a:r>
              <a:rPr lang="nl-NL" dirty="0" err="1"/>
              <a:t>Statespace</a:t>
            </a:r>
            <a:r>
              <a:rPr lang="nl-NL" dirty="0"/>
              <a:t> - </a:t>
            </a:r>
            <a:r>
              <a:rPr lang="nl-NL" dirty="0" err="1"/>
              <a:t>observer</a:t>
            </a:r>
            <a:endParaRPr lang="nl-NL" dirty="0"/>
          </a:p>
          <a:p>
            <a:r>
              <a:rPr lang="nl-NL" dirty="0"/>
              <a:t>LQR controller</a:t>
            </a:r>
          </a:p>
          <a:p>
            <a:r>
              <a:rPr lang="nl-NL" dirty="0" err="1"/>
              <a:t>Reinforcement</a:t>
            </a:r>
            <a:r>
              <a:rPr lang="nl-NL" dirty="0"/>
              <a:t> </a:t>
            </a:r>
            <a:r>
              <a:rPr lang="nl-NL" dirty="0" err="1"/>
              <a:t>learning</a:t>
            </a:r>
            <a:endParaRPr lang="en-GB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77"/>
    </mc:Choice>
    <mc:Fallback xmlns="">
      <p:transition spd="slow" advTm="49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ate Observer for State Space Model - 制御工学ブログ">
            <a:extLst>
              <a:ext uri="{FF2B5EF4-FFF2-40B4-BE49-F238E27FC236}">
                <a16:creationId xmlns:a16="http://schemas.microsoft.com/office/drawing/2014/main" id="{3E9ED55C-6E6C-5DA6-8011-1C07ECAF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A85F89-B357-702F-4DF4-C77D463A3D64}"/>
              </a:ext>
            </a:extLst>
          </p:cNvPr>
          <p:cNvSpPr txBox="1"/>
          <p:nvPr/>
        </p:nvSpPr>
        <p:spPr>
          <a:xfrm>
            <a:off x="381000" y="6274355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https://blog.control-theory.com/entry/2024/10/01/143305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385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4CDC-BA71-E037-A52F-657B0958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FC97-EC2D-B568-6883-44B83C36F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C2F918-B2D0-C1DF-271C-F4C9D76BD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35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147AE9-BE66-FC9C-6898-5C7964904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709233"/>
            <a:ext cx="9316750" cy="543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9056E-8354-B6E2-724C-DAD0B2258224}"/>
              </a:ext>
            </a:extLst>
          </p:cNvPr>
          <p:cNvSpPr txBox="1"/>
          <p:nvPr/>
        </p:nvSpPr>
        <p:spPr>
          <a:xfrm>
            <a:off x="191344" y="6309320"/>
            <a:ext cx="1224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https://mbdcontrolletter.wordpress.com/2016/10/24/what-is-the-concept-of-a-observer-in-control-system-theory/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9398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DB82-2885-66F2-C1E7-FDDE630B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LQR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42C69-E951-5EBF-8417-C5A91B74A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1217078"/>
            <a:ext cx="8855010" cy="4423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10B75-2950-70C5-604A-D22A5CC8C2AC}"/>
              </a:ext>
            </a:extLst>
          </p:cNvPr>
          <p:cNvSpPr txBox="1"/>
          <p:nvPr/>
        </p:nvSpPr>
        <p:spPr>
          <a:xfrm>
            <a:off x="15687" y="6482733"/>
            <a:ext cx="8521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https://en.wikipedia.org/wiki/Linear%E2%80%93quadratic_regulator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812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62</Words>
  <Application>Microsoft Office PowerPoint</Application>
  <PresentationFormat>Widescreen</PresentationFormat>
  <Paragraphs>13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Control – stap 5 </vt:lpstr>
      <vt:lpstr>Methods</vt:lpstr>
      <vt:lpstr>PowerPoint Presentation</vt:lpstr>
      <vt:lpstr>PowerPoint Presentation</vt:lpstr>
      <vt:lpstr>PowerPoint Presentation</vt:lpstr>
      <vt:lpstr>LQR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 Bozon</dc:creator>
  <cp:lastModifiedBy>Bart Bozon</cp:lastModifiedBy>
  <cp:revision>18</cp:revision>
  <dcterms:created xsi:type="dcterms:W3CDTF">2020-05-04T06:54:27Z</dcterms:created>
  <dcterms:modified xsi:type="dcterms:W3CDTF">2026-03-04T07:53:03Z</dcterms:modified>
</cp:coreProperties>
</file>