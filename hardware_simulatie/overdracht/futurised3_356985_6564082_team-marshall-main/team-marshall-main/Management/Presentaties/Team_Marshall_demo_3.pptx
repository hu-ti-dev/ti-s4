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7"/>
  </p:notesMasterIdLst>
  <p:sldIdLst>
    <p:sldId id="256" r:id="rId2"/>
    <p:sldId id="257" r:id="rId3"/>
    <p:sldId id="262" r:id="rId4"/>
    <p:sldId id="263" r:id="rId5"/>
    <p:sldId id="261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82B28-FAE8-4723-8B42-528ED7EE9C57}" type="datetimeFigureOut">
              <a:rPr lang="nl-NL" smtClean="0"/>
              <a:t>8-4-2026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717C5-FFBD-43F7-A499-C80A75EE6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75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32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7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96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3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4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0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3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05198F-F178-D472-B162-7D56C9605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88" y="1185262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nl-NL" sz="6000" dirty="0"/>
              <a:t>Team Marshall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9670D19-7257-D906-E618-A45B523D9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988" y="4017593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nl-NL" sz="2500" dirty="0"/>
              <a:t>Demo 3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7DBB48B-AA6D-88C8-30AC-5991A23CE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20" b="31256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4CD53-E4D0-3CEE-3AE7-73482D28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5000" dirty="0"/>
              <a:t>Robot Flip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60412EA2-4D28-996B-ECA2-462068000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686" y="1092998"/>
            <a:ext cx="2720941" cy="479188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2741D0E-3827-1342-C5AE-B4B56BA7D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194" y="2094564"/>
            <a:ext cx="6963747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5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C1F54-8720-F415-F67D-6A02DC75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F3601-3D11-BBE5-8C5A-AC539D69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5000" dirty="0" err="1"/>
              <a:t>Lidar</a:t>
            </a:r>
            <a:r>
              <a:rPr lang="nl-NL" sz="5000" dirty="0"/>
              <a:t> Fix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985A2FA-8AD2-453C-3283-3D851A163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016" y="1157474"/>
            <a:ext cx="2720941" cy="479188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F488E472-B891-3059-B54B-FA8059A72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18" y="1449967"/>
            <a:ext cx="8735368" cy="46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1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DEC99-5643-313A-4753-2DCDD94C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5F12F-6C8A-AA90-8A30-177D8EBA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5000" dirty="0" err="1"/>
              <a:t>Lidar</a:t>
            </a:r>
            <a:r>
              <a:rPr lang="nl-NL" sz="5000" dirty="0"/>
              <a:t> </a:t>
            </a:r>
            <a:r>
              <a:rPr lang="nl-NL" sz="5000" dirty="0" err="1"/>
              <a:t>Mapping</a:t>
            </a:r>
            <a:endParaRPr lang="nl-NL" sz="5000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737667D-8D9C-7585-EE80-36F5B7C54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31853">
            <a:off x="4060765" y="-155275"/>
            <a:ext cx="4070469" cy="71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E646A-09A5-1F60-0DC3-97D7C020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1E5CF5-6F5B-0FF0-33E8-E4BB60E6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534" y="418012"/>
            <a:ext cx="10653578" cy="1132258"/>
          </a:xfrm>
        </p:spPr>
        <p:txBody>
          <a:bodyPr>
            <a:normAutofit/>
          </a:bodyPr>
          <a:lstStyle/>
          <a:p>
            <a:r>
              <a:rPr lang="nl-NL" sz="5000" dirty="0"/>
              <a:t>Vragen?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37BF5664-5C2C-562C-E67C-2F062BB89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457" y="-1534885"/>
            <a:ext cx="2492829" cy="13215257"/>
          </a:xfrm>
          <a:prstGeom prst="rect">
            <a:avLst/>
          </a:prstGeom>
        </p:spPr>
      </p:pic>
      <p:pic>
        <p:nvPicPr>
          <p:cNvPr id="3" name="Tijdelijke aanduiding voor inhoud 4">
            <a:extLst>
              <a:ext uri="{FF2B5EF4-FFF2-40B4-BE49-F238E27FC236}">
                <a16:creationId xmlns:a16="http://schemas.microsoft.com/office/drawing/2014/main" id="{BFDAD86B-62D4-9A05-E713-3054B4CF0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246" y="-1208313"/>
            <a:ext cx="2492829" cy="13215257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1F42C325-90D3-1125-F5A2-C8384571B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171" y="-925285"/>
            <a:ext cx="2492829" cy="13215257"/>
          </a:xfrm>
          <a:prstGeom prst="rect">
            <a:avLst/>
          </a:prstGeom>
        </p:spPr>
      </p:pic>
      <p:pic>
        <p:nvPicPr>
          <p:cNvPr id="8" name="Tijdelijke aanduiding voor inhoud 4">
            <a:extLst>
              <a:ext uri="{FF2B5EF4-FFF2-40B4-BE49-F238E27FC236}">
                <a16:creationId xmlns:a16="http://schemas.microsoft.com/office/drawing/2014/main" id="{8E857DEB-92F9-D1C2-83A1-A349668EF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226" y="1259550"/>
            <a:ext cx="2106789" cy="1116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145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 Marshall demo 2</Template>
  <TotalTime>122</TotalTime>
  <Words>12</Words>
  <Application>Microsoft Office PowerPoint</Application>
  <PresentationFormat>Breedbeeld</PresentationFormat>
  <Paragraphs>6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Arial</vt:lpstr>
      <vt:lpstr>Neue Haas Grotesk Text Pro</vt:lpstr>
      <vt:lpstr>VanillaVTI</vt:lpstr>
      <vt:lpstr>Team Marshall</vt:lpstr>
      <vt:lpstr>Robot Flip</vt:lpstr>
      <vt:lpstr>Lidar Fix</vt:lpstr>
      <vt:lpstr>Lidar Mapping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Netsounski</dc:creator>
  <cp:lastModifiedBy>Nick Netsounski</cp:lastModifiedBy>
  <cp:revision>1</cp:revision>
  <dcterms:created xsi:type="dcterms:W3CDTF">2026-04-08T08:24:28Z</dcterms:created>
  <dcterms:modified xsi:type="dcterms:W3CDTF">2026-04-08T10:26:38Z</dcterms:modified>
</cp:coreProperties>
</file>