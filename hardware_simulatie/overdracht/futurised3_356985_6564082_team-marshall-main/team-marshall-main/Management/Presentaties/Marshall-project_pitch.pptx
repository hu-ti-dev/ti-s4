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2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46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29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4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71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0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134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3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14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60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628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564E1A-EDA1-F088-AEAE-66715D0CF9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4" b="-444"/>
          <a:stretch>
            <a:fillRect/>
          </a:stretch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C6A347-384B-3DD8-16FD-7A1F85B78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nl-NL" sz="3600" dirty="0"/>
              <a:t>Marshall-project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F52846B-01BB-84F0-E3EC-EBBD5C4DE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3110" y="5715007"/>
            <a:ext cx="3633533" cy="958655"/>
          </a:xfrm>
        </p:spPr>
        <p:txBody>
          <a:bodyPr anchor="ctr">
            <a:normAutofit/>
          </a:bodyPr>
          <a:lstStyle/>
          <a:p>
            <a:pPr algn="r"/>
            <a:r>
              <a:rPr lang="nl-NL" sz="1800" dirty="0" err="1"/>
              <a:t>Futurised</a:t>
            </a:r>
            <a:endParaRPr lang="nl-NL" sz="1800" dirty="0"/>
          </a:p>
          <a:p>
            <a:pPr algn="r"/>
            <a:r>
              <a:rPr lang="nl-NL" sz="1800" dirty="0" err="1"/>
              <a:t>Capser</a:t>
            </a:r>
            <a:r>
              <a:rPr lang="nl-NL" sz="1800" dirty="0"/>
              <a:t>, </a:t>
            </a:r>
            <a:r>
              <a:rPr lang="nl-NL" sz="1800" dirty="0" err="1"/>
              <a:t>Axl</a:t>
            </a:r>
            <a:r>
              <a:rPr lang="nl-NL" sz="1800" dirty="0"/>
              <a:t>, Aimée, Jochem, Nick </a:t>
            </a:r>
          </a:p>
        </p:txBody>
      </p:sp>
      <p:pic>
        <p:nvPicPr>
          <p:cNvPr id="7" name="Afbeelding 6" descr="Afbeelding met tekenfilm, speelgoed, Fictief personage&#10;&#10;Door AI gegenereerde inhoud is mogelijk onjuist.">
            <a:extLst>
              <a:ext uri="{FF2B5EF4-FFF2-40B4-BE49-F238E27FC236}">
                <a16:creationId xmlns:a16="http://schemas.microsoft.com/office/drawing/2014/main" id="{C7195C07-33B5-66A2-6B2C-DF16556E2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122" y="115557"/>
            <a:ext cx="3049691" cy="537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56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9A8A36-6DA2-D832-1EA9-FF55581D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71255B-E557-FB8D-2B26-8F7DA8D648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70" r="9091" b="1221"/>
          <a:stretch>
            <a:fillRect/>
          </a:stretch>
        </p:blipFill>
        <p:spPr>
          <a:xfrm>
            <a:off x="21" y="-3"/>
            <a:ext cx="12191979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E3DC3FB-2E49-7969-D734-8899B48B8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230366" cy="4005454"/>
          </a:xfrm>
        </p:spPr>
        <p:txBody>
          <a:bodyPr anchor="t">
            <a:normAutofit/>
          </a:bodyPr>
          <a:lstStyle/>
          <a:p>
            <a:r>
              <a:rPr lang="nl-NL" sz="6800" dirty="0"/>
              <a:t>Problemen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CEC0CF9-6B74-F8DC-0FD3-874AA7517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971" y="2066272"/>
            <a:ext cx="5052437" cy="1973166"/>
          </a:xfrm>
        </p:spPr>
        <p:txBody>
          <a:bodyPr anchor="b">
            <a:noAutofit/>
          </a:bodyPr>
          <a:lstStyle/>
          <a:p>
            <a:pPr marL="342900" indent="-342900">
              <a:buFontTx/>
              <a:buChar char="-"/>
            </a:pPr>
            <a:r>
              <a:rPr lang="nl-NL" sz="3500" dirty="0"/>
              <a:t>Obstakels herkennen</a:t>
            </a:r>
          </a:p>
          <a:p>
            <a:pPr marL="342900" indent="-342900">
              <a:buFontTx/>
              <a:buChar char="-"/>
            </a:pPr>
            <a:r>
              <a:rPr lang="nl-NL" sz="3500" dirty="0"/>
              <a:t>Zelfstandig rijden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Afbeelding 5" descr="Afbeelding met tekenfilm, speelgoed, Fictief personage&#10;&#10;Door AI gegenereerde inhoud is mogelijk onjuist.">
            <a:extLst>
              <a:ext uri="{FF2B5EF4-FFF2-40B4-BE49-F238E27FC236}">
                <a16:creationId xmlns:a16="http://schemas.microsoft.com/office/drawing/2014/main" id="{95B0B5E4-6C75-8B7B-11C4-732A2818CE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000466" y="743570"/>
            <a:ext cx="2949766" cy="537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167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110AB-4F01-8BE4-1DB8-37AB1132E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B8A9938-B968-3DA1-A125-1ECD83C8A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B3DFD3-79C0-E888-BBFF-089369777F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70" r="9091" b="1221"/>
          <a:stretch>
            <a:fillRect/>
          </a:stretch>
        </p:blipFill>
        <p:spPr>
          <a:xfrm>
            <a:off x="21" y="-3"/>
            <a:ext cx="12191979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88FBD43-C45F-B61A-F375-E0F81DA82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E1B193B-F19A-135B-D4B2-BA4F8AEA8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230366" cy="4005454"/>
          </a:xfrm>
        </p:spPr>
        <p:txBody>
          <a:bodyPr anchor="t">
            <a:normAutofit/>
          </a:bodyPr>
          <a:lstStyle/>
          <a:p>
            <a:r>
              <a:rPr lang="nl-NL" sz="6800" dirty="0"/>
              <a:t>Oplossing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5713160-BFB3-95BF-CBF4-2E8AE6A47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971" y="2066272"/>
            <a:ext cx="5052437" cy="1973166"/>
          </a:xfrm>
        </p:spPr>
        <p:txBody>
          <a:bodyPr anchor="b">
            <a:noAutofit/>
          </a:bodyPr>
          <a:lstStyle/>
          <a:p>
            <a:pPr marL="342900" indent="-342900">
              <a:buFontTx/>
              <a:buChar char="-"/>
            </a:pPr>
            <a:r>
              <a:rPr lang="nl-NL" sz="3500" dirty="0" err="1"/>
              <a:t>Lidar</a:t>
            </a:r>
            <a:r>
              <a:rPr lang="nl-NL" sz="3500" dirty="0"/>
              <a:t> sensor</a:t>
            </a:r>
          </a:p>
          <a:p>
            <a:pPr marL="342900" indent="-342900">
              <a:buFontTx/>
              <a:buChar char="-"/>
            </a:pPr>
            <a:r>
              <a:rPr lang="nl-NL" sz="3500" dirty="0" err="1"/>
              <a:t>Pathfinding</a:t>
            </a:r>
            <a:r>
              <a:rPr lang="nl-NL" sz="3500" dirty="0"/>
              <a:t> </a:t>
            </a:r>
            <a:r>
              <a:rPr lang="nl-NL" sz="3500" dirty="0" err="1"/>
              <a:t>algorithm</a:t>
            </a:r>
            <a:endParaRPr lang="nl-NL" sz="35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903307-50A2-3019-2423-1CC5C0456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Afbeelding 5" descr="Afbeelding met tekenfilm, speelgoed, Fictief personage&#10;&#10;Door AI gegenereerde inhoud is mogelijk onjuist.">
            <a:extLst>
              <a:ext uri="{FF2B5EF4-FFF2-40B4-BE49-F238E27FC236}">
                <a16:creationId xmlns:a16="http://schemas.microsoft.com/office/drawing/2014/main" id="{38A64D6A-CF42-454A-766C-F2A32ECAF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000466" y="743570"/>
            <a:ext cx="2949766" cy="537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713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F1EC6-DC3F-9954-2574-D260D7E3F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3649FB4-0698-AC81-B270-BB283AF2B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53DAEA-872C-901D-93E0-1349A9B401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70" r="9091" b="1221"/>
          <a:stretch>
            <a:fillRect/>
          </a:stretch>
        </p:blipFill>
        <p:spPr>
          <a:xfrm>
            <a:off x="21" y="-3"/>
            <a:ext cx="12191979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3A2F62E-635B-05ED-4D60-94247817A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A33B737-246F-E4A0-3880-F61993D36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230366" cy="4005454"/>
          </a:xfrm>
        </p:spPr>
        <p:txBody>
          <a:bodyPr anchor="t">
            <a:normAutofit/>
          </a:bodyPr>
          <a:lstStyle/>
          <a:p>
            <a:r>
              <a:rPr lang="nl-NL" sz="6800" dirty="0"/>
              <a:t>VRAGEN?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999F136-1D18-3BE6-7FC7-446739C8F6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971" y="2066272"/>
            <a:ext cx="5052437" cy="1973166"/>
          </a:xfrm>
        </p:spPr>
        <p:txBody>
          <a:bodyPr anchor="b">
            <a:noAutofit/>
          </a:bodyPr>
          <a:lstStyle/>
          <a:p>
            <a:endParaRPr lang="nl-NL" sz="35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EB7A9FD-2E3C-404C-E3F8-F58EF0EE7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Afbeelding 5" descr="Afbeelding met tekenfilm, speelgoed, Fictief personage&#10;&#10;Door AI gegenereerde inhoud is mogelijk onjuist.">
            <a:extLst>
              <a:ext uri="{FF2B5EF4-FFF2-40B4-BE49-F238E27FC236}">
                <a16:creationId xmlns:a16="http://schemas.microsoft.com/office/drawing/2014/main" id="{8614CB01-9815-501A-AAE1-C80F4932C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401934" y="1455019"/>
            <a:ext cx="13560413" cy="537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4276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23</Words>
  <Application>Microsoft Office PowerPoint</Application>
  <PresentationFormat>Breedbeeld</PresentationFormat>
  <Paragraphs>10</Paragraphs>
  <Slides>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8" baseType="lpstr">
      <vt:lpstr>Arial</vt:lpstr>
      <vt:lpstr>Calisto MT</vt:lpstr>
      <vt:lpstr>Univers Condensed</vt:lpstr>
      <vt:lpstr>ChronicleVTI</vt:lpstr>
      <vt:lpstr>Marshall-project</vt:lpstr>
      <vt:lpstr>Problemen</vt:lpstr>
      <vt:lpstr>Oplossing</vt:lpstr>
      <vt:lpstr>VRAGEN?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Netsounski</dc:creator>
  <cp:lastModifiedBy>Nick Netsounski</cp:lastModifiedBy>
  <cp:revision>1</cp:revision>
  <dcterms:created xsi:type="dcterms:W3CDTF">2026-03-11T09:05:13Z</dcterms:created>
  <dcterms:modified xsi:type="dcterms:W3CDTF">2026-03-11T09:19:13Z</dcterms:modified>
</cp:coreProperties>
</file>