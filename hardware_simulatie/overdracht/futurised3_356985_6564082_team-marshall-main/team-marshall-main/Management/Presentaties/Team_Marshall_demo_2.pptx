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3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D82B28-FAE8-4723-8B42-528ED7EE9C57}" type="datetimeFigureOut">
              <a:rPr lang="nl-NL" smtClean="0"/>
              <a:t>25-3-2026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A717C5-FFBD-43F7-A499-C80A75EE65A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7758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717C5-FFBD-43F7-A499-C80A75EE65A1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346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68920-168C-585A-1BEC-34E578A0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868BEF4-872F-4FF4-786A-F6A81504E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B9C95D0-1BB9-3F62-DDDB-A2193A4E4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47B4DB7-573D-D5BD-2CCB-E25DB72AA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717C5-FFBD-43F7-A499-C80A75EE65A1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8648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5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1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32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7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96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5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31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38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42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0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3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B797DE5A-DA89-0A80-C73D-8DCE1A3E2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05198F-F178-D472-B162-7D56C9605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988" y="1185262"/>
            <a:ext cx="3509383" cy="2781752"/>
          </a:xfrm>
        </p:spPr>
        <p:txBody>
          <a:bodyPr>
            <a:normAutofit/>
          </a:bodyPr>
          <a:lstStyle/>
          <a:p>
            <a:pPr algn="l"/>
            <a:r>
              <a:rPr lang="nl-NL" sz="6000" dirty="0"/>
              <a:t>Team Marshall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9670D19-7257-D906-E618-A45B523D9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988" y="4017593"/>
            <a:ext cx="3509383" cy="1394913"/>
          </a:xfrm>
        </p:spPr>
        <p:txBody>
          <a:bodyPr>
            <a:normAutofit/>
          </a:bodyPr>
          <a:lstStyle/>
          <a:p>
            <a:pPr algn="l"/>
            <a:r>
              <a:rPr lang="nl-NL" sz="2500" dirty="0"/>
              <a:t>Demo 2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7DBB48B-AA6D-88C8-30AC-5991A23CE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20" b="31256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34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14CD53-E4D0-3CEE-3AE7-73482D28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5000" dirty="0"/>
              <a:t>Robot Flip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60412EA2-4D28-996B-ECA2-462068000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686" y="1092998"/>
            <a:ext cx="2720941" cy="479188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F2741D0E-3827-1342-C5AE-B4B56BA7D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194" y="2094564"/>
            <a:ext cx="6963747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55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C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7A360-6EF6-FC75-A24C-0E3358D3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5FF274-BD11-845B-D4B0-D113AB5C5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46" y="341811"/>
            <a:ext cx="10653578" cy="1132258"/>
          </a:xfrm>
        </p:spPr>
        <p:txBody>
          <a:bodyPr>
            <a:normAutofit/>
          </a:bodyPr>
          <a:lstStyle/>
          <a:p>
            <a:r>
              <a:rPr lang="nl-NL" sz="5000" dirty="0"/>
              <a:t>Robot Flip </a:t>
            </a:r>
            <a:r>
              <a:rPr lang="nl-NL" sz="5000" dirty="0" err="1"/>
              <a:t>Movement</a:t>
            </a:r>
            <a:endParaRPr lang="nl-NL" sz="5000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9C8733EE-FC3E-1CC5-0923-83AD7A226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286" y="1747809"/>
            <a:ext cx="2220686" cy="3910875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00CC1321-2686-C7AC-3BFA-373AA0848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63" y="1288577"/>
            <a:ext cx="9364811" cy="494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342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C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0C620-8F38-2C92-0BB9-B4071C25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Tijdelijke aanduiding voor inhoud 4">
            <a:extLst>
              <a:ext uri="{FF2B5EF4-FFF2-40B4-BE49-F238E27FC236}">
                <a16:creationId xmlns:a16="http://schemas.microsoft.com/office/drawing/2014/main" id="{46FCE06A-34D4-EA7E-A14C-AD2B701F3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321" y="155883"/>
            <a:ext cx="1858552" cy="3273117"/>
          </a:xfrm>
          <a:prstGeom prst="rect">
            <a:avLst/>
          </a:prstGeom>
        </p:spPr>
      </p:pic>
      <p:pic>
        <p:nvPicPr>
          <p:cNvPr id="14" name="Tijdelijke aanduiding voor inhoud 4">
            <a:extLst>
              <a:ext uri="{FF2B5EF4-FFF2-40B4-BE49-F238E27FC236}">
                <a16:creationId xmlns:a16="http://schemas.microsoft.com/office/drawing/2014/main" id="{34FD350A-CE2E-69D4-4CE6-597D3E425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792" y="155883"/>
            <a:ext cx="1858552" cy="3273117"/>
          </a:xfrm>
          <a:prstGeom prst="rect">
            <a:avLst/>
          </a:prstGeom>
        </p:spPr>
      </p:pic>
      <p:pic>
        <p:nvPicPr>
          <p:cNvPr id="13" name="Tijdelijke aanduiding voor inhoud 4">
            <a:extLst>
              <a:ext uri="{FF2B5EF4-FFF2-40B4-BE49-F238E27FC236}">
                <a16:creationId xmlns:a16="http://schemas.microsoft.com/office/drawing/2014/main" id="{389ADEAE-6206-94C3-C574-E0AEEB757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240" y="101793"/>
            <a:ext cx="1858552" cy="327311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21C1BEF-7E09-1819-16B2-304F0568A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46" y="341811"/>
            <a:ext cx="10653578" cy="1132258"/>
          </a:xfrm>
        </p:spPr>
        <p:txBody>
          <a:bodyPr>
            <a:normAutofit/>
          </a:bodyPr>
          <a:lstStyle/>
          <a:p>
            <a:r>
              <a:rPr lang="nl-NL" sz="5000" dirty="0"/>
              <a:t>Robot Flip Terrein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663B4BA0-35E8-1E39-6ED1-E319ABC00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" y="1763486"/>
            <a:ext cx="5113525" cy="4310068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8118EE57-3CC7-FF4C-2185-54433F463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235" y="2002634"/>
            <a:ext cx="6774023" cy="3831771"/>
          </a:xfrm>
          <a:prstGeom prst="rect">
            <a:avLst/>
          </a:prstGeom>
        </p:spPr>
      </p:pic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D6A4FF6-9B7D-6388-4890-4F610769B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37084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C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30AA6-009B-7730-B9B7-DD1538BF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42270A-6D29-9A33-F08D-F80E9FC5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5000" dirty="0"/>
              <a:t>Robot Flip </a:t>
            </a:r>
            <a:r>
              <a:rPr lang="nl-NL" sz="5000" dirty="0" err="1"/>
              <a:t>Requirments</a:t>
            </a:r>
            <a:endParaRPr lang="nl-NL" sz="5000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880E192-2287-2C29-E919-D4D6836BD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686" y="1092998"/>
            <a:ext cx="2720941" cy="4791880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3915A2E8-31E4-B725-6557-53543AFC17D6}"/>
              </a:ext>
            </a:extLst>
          </p:cNvPr>
          <p:cNvSpPr txBox="1"/>
          <p:nvPr/>
        </p:nvSpPr>
        <p:spPr>
          <a:xfrm>
            <a:off x="305043" y="1847065"/>
            <a:ext cx="40816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F01 Rondrijden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F02 Omgeving scannen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F03 Obstakels herkennen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F04 Zelfstandig Navigeren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F05 Doorgangen vinden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F06 Gebruikers interactie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F07 Virtuele omgeving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F08 Veilig werken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F09 Andere route Bepalen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64900DC1-0FC7-4CF3-E3B8-872979F6A77B}"/>
              </a:ext>
            </a:extLst>
          </p:cNvPr>
          <p:cNvSpPr txBox="1"/>
          <p:nvPr/>
        </p:nvSpPr>
        <p:spPr>
          <a:xfrm>
            <a:off x="4386699" y="1864338"/>
            <a:ext cx="6096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NF01 Simulatie omgeving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NF02 Rondrijden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NF03 Navigatie sensor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NF04 Obstakels ontwijken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NF05 Voorspelbaar reageren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NF06 reactie tijd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NF07 Sensorwaarden vastleggen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NF08 Route blokkade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NF09 Nauwkeurige Sensoren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200" dirty="0"/>
              <a:t>NF010 Afstand tot obstakel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390321756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74</Words>
  <Application>Microsoft Office PowerPoint</Application>
  <PresentationFormat>Breedbeeld</PresentationFormat>
  <Paragraphs>27</Paragraphs>
  <Slides>5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9" baseType="lpstr">
      <vt:lpstr>Aptos</vt:lpstr>
      <vt:lpstr>Arial</vt:lpstr>
      <vt:lpstr>Neue Haas Grotesk Text Pro</vt:lpstr>
      <vt:lpstr>VanillaVTI</vt:lpstr>
      <vt:lpstr>Team Marshall</vt:lpstr>
      <vt:lpstr>Robot Flip</vt:lpstr>
      <vt:lpstr>Robot Flip Movement</vt:lpstr>
      <vt:lpstr>Robot Flip Terrein</vt:lpstr>
      <vt:lpstr>Robot Flip Requirments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Netsounski</dc:creator>
  <cp:lastModifiedBy>Nick Netsounski</cp:lastModifiedBy>
  <cp:revision>1</cp:revision>
  <dcterms:created xsi:type="dcterms:W3CDTF">2026-03-25T09:14:52Z</dcterms:created>
  <dcterms:modified xsi:type="dcterms:W3CDTF">2026-03-25T11:20:22Z</dcterms:modified>
</cp:coreProperties>
</file>