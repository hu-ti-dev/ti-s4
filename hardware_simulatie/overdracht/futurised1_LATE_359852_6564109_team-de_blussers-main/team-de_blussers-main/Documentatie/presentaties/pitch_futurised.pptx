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8"/>
  </p:notesMasterIdLst>
  <p:handoutMasterIdLst>
    <p:handoutMasterId r:id="rId9"/>
  </p:handoutMasterIdLst>
  <p:sldIdLst>
    <p:sldId id="256" r:id="rId5"/>
    <p:sldId id="277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6" autoAdjust="0"/>
    <p:restoredTop sz="94609" autoAdjust="0"/>
  </p:normalViewPr>
  <p:slideViewPr>
    <p:cSldViewPr snapToGrid="0">
      <p:cViewPr varScale="1">
        <p:scale>
          <a:sx n="90" d="100"/>
          <a:sy n="90" d="100"/>
        </p:scale>
        <p:origin x="168" y="67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en Knapp" userId="26d314deec0be8b6" providerId="LiveId" clId="{2473CA0C-6B77-4A1F-A0CF-F9F2A64A27CE}"/>
    <pc:docChg chg="addSld delSld modSld">
      <pc:chgData name="Eden Knapp" userId="26d314deec0be8b6" providerId="LiveId" clId="{2473CA0C-6B77-4A1F-A0CF-F9F2A64A27CE}" dt="2026-03-11T11:41:37.301" v="20" actId="6549"/>
      <pc:docMkLst>
        <pc:docMk/>
      </pc:docMkLst>
      <pc:sldChg chg="modSp mod">
        <pc:chgData name="Eden Knapp" userId="26d314deec0be8b6" providerId="LiveId" clId="{2473CA0C-6B77-4A1F-A0CF-F9F2A64A27CE}" dt="2026-03-11T11:41:37.301" v="20" actId="6549"/>
        <pc:sldMkLst>
          <pc:docMk/>
          <pc:sldMk cId="2243494996" sldId="277"/>
        </pc:sldMkLst>
        <pc:spChg chg="mod">
          <ac:chgData name="Eden Knapp" userId="26d314deec0be8b6" providerId="LiveId" clId="{2473CA0C-6B77-4A1F-A0CF-F9F2A64A27CE}" dt="2026-03-11T11:41:37.301" v="20" actId="6549"/>
          <ac:spMkLst>
            <pc:docMk/>
            <pc:sldMk cId="2243494996" sldId="277"/>
            <ac:spMk id="5" creationId="{AF29EA23-F34E-486A-B8B2-0C3019266975}"/>
          </ac:spMkLst>
        </pc:spChg>
      </pc:sldChg>
      <pc:sldChg chg="modSp mod">
        <pc:chgData name="Eden Knapp" userId="26d314deec0be8b6" providerId="LiveId" clId="{2473CA0C-6B77-4A1F-A0CF-F9F2A64A27CE}" dt="2026-03-11T11:41:29.614" v="15" actId="20577"/>
        <pc:sldMkLst>
          <pc:docMk/>
          <pc:sldMk cId="1844941827" sldId="289"/>
        </pc:sldMkLst>
        <pc:spChg chg="mod">
          <ac:chgData name="Eden Knapp" userId="26d314deec0be8b6" providerId="LiveId" clId="{2473CA0C-6B77-4A1F-A0CF-F9F2A64A27CE}" dt="2026-03-11T11:41:26.707" v="5" actId="6549"/>
          <ac:spMkLst>
            <pc:docMk/>
            <pc:sldMk cId="1844941827" sldId="289"/>
            <ac:spMk id="20" creationId="{A74D661B-510C-4CF2-BF77-3EAFB649883D}"/>
          </ac:spMkLst>
        </pc:spChg>
        <pc:spChg chg="mod">
          <ac:chgData name="Eden Knapp" userId="26d314deec0be8b6" providerId="LiveId" clId="{2473CA0C-6B77-4A1F-A0CF-F9F2A64A27CE}" dt="2026-03-11T11:41:29.614" v="15" actId="20577"/>
          <ac:spMkLst>
            <pc:docMk/>
            <pc:sldMk cId="1844941827" sldId="289"/>
            <ac:spMk id="21" creationId="{7E44CAC0-3B5A-49F6-A2CB-0BC80D111A87}"/>
          </ac:spMkLst>
        </pc:spChg>
      </pc:sldChg>
      <pc:sldChg chg="new del">
        <pc:chgData name="Eden Knapp" userId="26d314deec0be8b6" providerId="LiveId" clId="{2473CA0C-6B77-4A1F-A0CF-F9F2A64A27CE}" dt="2026-03-11T11:41:22.202" v="1" actId="2696"/>
        <pc:sldMkLst>
          <pc:docMk/>
          <pc:sldMk cId="1959638447" sldId="2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11-Mar-26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16040" y="4434840"/>
            <a:ext cx="4941771" cy="1122202"/>
          </a:xfrm>
        </p:spPr>
        <p:txBody>
          <a:bodyPr/>
          <a:lstStyle/>
          <a:p>
            <a:r>
              <a:rPr lang="en-US" dirty="0"/>
              <a:t>Pitch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1B20D-4C28-4DA3-ABBD-718C22A5E5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Blussers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499" y="1020445"/>
            <a:ext cx="5190358" cy="1325563"/>
          </a:xfrm>
        </p:spPr>
        <p:txBody>
          <a:bodyPr/>
          <a:lstStyle/>
          <a:p>
            <a:r>
              <a:rPr lang="en-US" dirty="0" err="1"/>
              <a:t>Overleg</a:t>
            </a:r>
            <a:r>
              <a:rPr lang="en-US" dirty="0"/>
              <a:t> </a:t>
            </a:r>
            <a:r>
              <a:rPr lang="en-US" dirty="0" err="1"/>
              <a:t>Futurised</a:t>
            </a:r>
            <a:r>
              <a:rPr lang="en-US" dirty="0"/>
              <a:t> &amp; </a:t>
            </a:r>
            <a:r>
              <a:rPr lang="en-US" dirty="0" err="1"/>
              <a:t>aanpak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Detectie</a:t>
            </a:r>
            <a:r>
              <a:rPr lang="en-US" dirty="0"/>
              <a:t> van brand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Richten</a:t>
            </a:r>
            <a:r>
              <a:rPr lang="en-US" dirty="0"/>
              <a:t> van water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Omgeving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Gebruik</a:t>
            </a:r>
            <a:r>
              <a:rPr lang="en-US" dirty="0"/>
              <a:t> van LiDAR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69DF042-37C5-4E09-AA4C-AA66649C95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8760" y="4156405"/>
            <a:ext cx="3139440" cy="1325563"/>
          </a:xfrm>
        </p:spPr>
        <p:txBody>
          <a:bodyPr/>
          <a:lstStyle/>
          <a:p>
            <a:r>
              <a:rPr lang="en-US" dirty="0"/>
              <a:t>MVP &amp; </a:t>
            </a:r>
            <a:r>
              <a:rPr lang="en-US" dirty="0" err="1"/>
              <a:t>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2EB3F-4D60-451F-8F45-7D6654D2FC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22254" y="1530635"/>
            <a:ext cx="5433204" cy="365125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1C80FB-53F9-42EE-B1E6-D0F998EC5DF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1BA2B5-6A90-4204-ABDD-7183FBB03A0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922254" y="2630431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MVP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7D4C34-22A0-4D54-A07D-E1E9A11463E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21828" y="2959856"/>
            <a:ext cx="5431971" cy="557950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Afstand</a:t>
            </a:r>
            <a:r>
              <a:rPr lang="en-US" dirty="0"/>
              <a:t> tot de brand </a:t>
            </a:r>
            <a:r>
              <a:rPr lang="en-US" dirty="0" err="1"/>
              <a:t>bepalen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Water </a:t>
            </a:r>
            <a:r>
              <a:rPr lang="en-US" dirty="0" err="1"/>
              <a:t>automatisch</a:t>
            </a:r>
            <a:r>
              <a:rPr lang="en-US" dirty="0"/>
              <a:t> </a:t>
            </a:r>
            <a:r>
              <a:rPr lang="en-US" dirty="0" err="1"/>
              <a:t>richten</a:t>
            </a:r>
            <a:r>
              <a:rPr lang="en-US" dirty="0"/>
              <a:t> op de brand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01D392D-FB66-47A0-B628-5ADE822A2CF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22254" y="3730227"/>
            <a:ext cx="5433204" cy="36512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DEMO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C26CE0-2506-4B44-A26F-C12BFA5B18B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21828" y="4059652"/>
            <a:ext cx="5431971" cy="5579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68F40F8-BF35-45E9-B3DD-5436362D746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20106" y="4830024"/>
            <a:ext cx="5433204" cy="365125"/>
          </a:xfrm>
        </p:spPr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F39C97C-2DDC-4706-B96C-B02FAE53A426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919680" y="5073299"/>
            <a:ext cx="5431971" cy="5579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{30E1D287-1B2C-49F8-9A37-9AA621F78651}TF1ed81438-95a7-4ae9-841d-43ea2c64f7fc8ae7ff09_win32-aa52a5bb69e3</Template>
  <TotalTime>0</TotalTime>
  <Words>34</Words>
  <Application>Microsoft Office PowerPoint</Application>
  <PresentationFormat>Widescreen</PresentationFormat>
  <Paragraphs>13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Tenorite</vt:lpstr>
      <vt:lpstr>Monoline</vt:lpstr>
      <vt:lpstr>Pitch</vt:lpstr>
      <vt:lpstr>Overleg Futurised &amp; aanpak</vt:lpstr>
      <vt:lpstr>MVP &amp;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Eden Knapp</dc:creator>
  <cp:lastModifiedBy>Eden Knapp</cp:lastModifiedBy>
  <cp:revision>1</cp:revision>
  <dcterms:created xsi:type="dcterms:W3CDTF">2026-03-11T11:14:00Z</dcterms:created>
  <dcterms:modified xsi:type="dcterms:W3CDTF">2026-03-11T11:41:46Z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