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4"/>
  </p:sldMasterIdLst>
  <p:notesMasterIdLst>
    <p:notesMasterId r:id="rId23"/>
  </p:notesMasterIdLst>
  <p:handoutMasterIdLst>
    <p:handoutMasterId r:id="rId24"/>
  </p:handoutMasterIdLst>
  <p:sldIdLst>
    <p:sldId id="311" r:id="rId5"/>
    <p:sldId id="262" r:id="rId6"/>
    <p:sldId id="438" r:id="rId7"/>
    <p:sldId id="423" r:id="rId8"/>
    <p:sldId id="373" r:id="rId9"/>
    <p:sldId id="372" r:id="rId10"/>
    <p:sldId id="402" r:id="rId11"/>
    <p:sldId id="557" r:id="rId12"/>
    <p:sldId id="558" r:id="rId13"/>
    <p:sldId id="559" r:id="rId14"/>
    <p:sldId id="560" r:id="rId15"/>
    <p:sldId id="561" r:id="rId16"/>
    <p:sldId id="562" r:id="rId17"/>
    <p:sldId id="564" r:id="rId18"/>
    <p:sldId id="565" r:id="rId19"/>
    <p:sldId id="566" r:id="rId20"/>
    <p:sldId id="567" r:id="rId21"/>
    <p:sldId id="563" r:id="rId22"/>
  </p:sldIdLst>
  <p:sldSz cx="12192000" cy="6858000"/>
  <p:notesSz cx="6794500" cy="9982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6A363C6-917A-4C1A-BE8A-75754FD4CF31}">
          <p14:sldIdLst>
            <p14:sldId id="311"/>
            <p14:sldId id="262"/>
          </p14:sldIdLst>
        </p14:section>
        <p14:section name="SDPs" id="{C16A311E-F2E0-457C-89AD-B01C52CA8B04}">
          <p14:sldIdLst>
            <p14:sldId id="438"/>
            <p14:sldId id="423"/>
            <p14:sldId id="373"/>
            <p14:sldId id="372"/>
            <p14:sldId id="402"/>
            <p14:sldId id="557"/>
            <p14:sldId id="558"/>
            <p14:sldId id="559"/>
            <p14:sldId id="560"/>
            <p14:sldId id="561"/>
            <p14:sldId id="562"/>
            <p14:sldId id="564"/>
            <p14:sldId id="565"/>
            <p14:sldId id="566"/>
            <p14:sldId id="567"/>
            <p14:sldId id="5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86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635" userDrawn="1">
          <p15:clr>
            <a:srgbClr val="A4A3A4"/>
          </p15:clr>
        </p15:guide>
        <p15:guide id="5" pos="14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5A6F"/>
    <a:srgbClr val="ED0010"/>
    <a:srgbClr val="00ADCD"/>
    <a:srgbClr val="4497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5DC7D-DA20-46A0-A0CC-2EA4F21A86F9}" v="55" dt="2026-04-13T09:55:05.261"/>
    <p1510:client id="{B42C1559-1035-4A7C-B065-F784CBFC5DE8}" v="1180" dt="2026-04-13T21:37:38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73637" autoAdjust="0"/>
  </p:normalViewPr>
  <p:slideViewPr>
    <p:cSldViewPr>
      <p:cViewPr varScale="1">
        <p:scale>
          <a:sx n="60" d="100"/>
          <a:sy n="60" d="100"/>
        </p:scale>
        <p:origin x="1286" y="58"/>
      </p:cViewPr>
      <p:guideLst>
        <p:guide orient="horz" pos="2160"/>
        <p:guide orient="horz" pos="866"/>
        <p:guide pos="3840"/>
        <p:guide pos="635"/>
        <p:guide pos="14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Kurt" userId="20c1b472-0618-482e-8904-729ab0ea5f4d" providerId="ADAL" clId="{A7966B2A-36DF-4A3E-9EEE-BDEC10E7812B}"/>
    <pc:docChg chg="undo custSel addSld delSld modSld sldOrd delSection modSection">
      <pc:chgData name="Hasan Kurt" userId="20c1b472-0618-482e-8904-729ab0ea5f4d" providerId="ADAL" clId="{A7966B2A-36DF-4A3E-9EEE-BDEC10E7812B}" dt="2026-04-13T21:37:38.207" v="1600" actId="1076"/>
      <pc:docMkLst>
        <pc:docMk/>
      </pc:docMkLst>
      <pc:sldChg chg="ord">
        <pc:chgData name="Hasan Kurt" userId="20c1b472-0618-482e-8904-729ab0ea5f4d" providerId="ADAL" clId="{A7966B2A-36DF-4A3E-9EEE-BDEC10E7812B}" dt="2026-04-13T21:28:24.153" v="1488" actId="20578"/>
        <pc:sldMkLst>
          <pc:docMk/>
          <pc:sldMk cId="4047423071" sldId="262"/>
        </pc:sldMkLst>
      </pc:sldChg>
      <pc:sldChg chg="modSp mod ord">
        <pc:chgData name="Hasan Kurt" userId="20c1b472-0618-482e-8904-729ab0ea5f4d" providerId="ADAL" clId="{A7966B2A-36DF-4A3E-9EEE-BDEC10E7812B}" dt="2026-04-13T21:28:24.153" v="1488" actId="20578"/>
        <pc:sldMkLst>
          <pc:docMk/>
          <pc:sldMk cId="1490028159" sldId="311"/>
        </pc:sldMkLst>
        <pc:spChg chg="mod">
          <ac:chgData name="Hasan Kurt" userId="20c1b472-0618-482e-8904-729ab0ea5f4d" providerId="ADAL" clId="{A7966B2A-36DF-4A3E-9EEE-BDEC10E7812B}" dt="2026-04-13T20:48:18.276" v="34" actId="20577"/>
          <ac:spMkLst>
            <pc:docMk/>
            <pc:sldMk cId="1490028159" sldId="311"/>
            <ac:spMk id="8" creationId="{2964A64A-324A-0347-9067-1916E2DEC92D}"/>
          </ac:spMkLst>
        </pc:spChg>
      </pc:sldChg>
      <pc:sldChg chg="modSp mod">
        <pc:chgData name="Hasan Kurt" userId="20c1b472-0618-482e-8904-729ab0ea5f4d" providerId="ADAL" clId="{A7966B2A-36DF-4A3E-9EEE-BDEC10E7812B}" dt="2026-04-13T21:12:15.346" v="914" actId="20577"/>
        <pc:sldMkLst>
          <pc:docMk/>
          <pc:sldMk cId="514470037" sldId="373"/>
        </pc:sldMkLst>
        <pc:spChg chg="mod">
          <ac:chgData name="Hasan Kurt" userId="20c1b472-0618-482e-8904-729ab0ea5f4d" providerId="ADAL" clId="{A7966B2A-36DF-4A3E-9EEE-BDEC10E7812B}" dt="2026-04-13T21:12:15.346" v="914" actId="20577"/>
          <ac:spMkLst>
            <pc:docMk/>
            <pc:sldMk cId="514470037" sldId="373"/>
            <ac:spMk id="3" creationId="{00000000-0000-0000-0000-000000000000}"/>
          </ac:spMkLst>
        </pc:spChg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99427287" sldId="374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424630855" sldId="375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014308384" sldId="376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4270873837" sldId="377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942902607" sldId="378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377801786" sldId="379"/>
        </pc:sldMkLst>
      </pc:sldChg>
      <pc:sldChg chg="addSp modSp">
        <pc:chgData name="Hasan Kurt" userId="20c1b472-0618-482e-8904-729ab0ea5f4d" providerId="ADAL" clId="{A7966B2A-36DF-4A3E-9EEE-BDEC10E7812B}" dt="2026-04-13T21:37:38.207" v="1600" actId="1076"/>
        <pc:sldMkLst>
          <pc:docMk/>
          <pc:sldMk cId="1004580734" sldId="402"/>
        </pc:sldMkLst>
        <pc:picChg chg="add mod">
          <ac:chgData name="Hasan Kurt" userId="20c1b472-0618-482e-8904-729ab0ea5f4d" providerId="ADAL" clId="{A7966B2A-36DF-4A3E-9EEE-BDEC10E7812B}" dt="2026-04-13T21:37:38.207" v="1600" actId="1076"/>
          <ac:picMkLst>
            <pc:docMk/>
            <pc:sldMk cId="1004580734" sldId="402"/>
            <ac:picMk id="6146" creationId="{2E78C721-7549-43A7-684A-FC1EC902E156}"/>
          </ac:picMkLst>
        </pc:picChg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4151354885" sldId="413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686156770" sldId="414"/>
        </pc:sldMkLst>
      </pc:sldChg>
      <pc:sldChg chg="modSp mod">
        <pc:chgData name="Hasan Kurt" userId="20c1b472-0618-482e-8904-729ab0ea5f4d" providerId="ADAL" clId="{A7966B2A-36DF-4A3E-9EEE-BDEC10E7812B}" dt="2026-04-13T20:48:35.839" v="35" actId="313"/>
        <pc:sldMkLst>
          <pc:docMk/>
          <pc:sldMk cId="3208844220" sldId="423"/>
        </pc:sldMkLst>
        <pc:spChg chg="mod">
          <ac:chgData name="Hasan Kurt" userId="20c1b472-0618-482e-8904-729ab0ea5f4d" providerId="ADAL" clId="{A7966B2A-36DF-4A3E-9EEE-BDEC10E7812B}" dt="2026-04-13T20:48:35.839" v="35" actId="313"/>
          <ac:spMkLst>
            <pc:docMk/>
            <pc:sldMk cId="3208844220" sldId="423"/>
            <ac:spMk id="3" creationId="{00000000-0000-0000-0000-000000000000}"/>
          </ac:spMkLst>
        </pc:spChg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1629300363" sldId="424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3835754891" sldId="425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1292729939" sldId="429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540895348" sldId="430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1429790319" sldId="435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2628630332" sldId="437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1652230285" sldId="555"/>
        </pc:sldMkLst>
      </pc:sldChg>
      <pc:sldChg chg="del">
        <pc:chgData name="Hasan Kurt" userId="20c1b472-0618-482e-8904-729ab0ea5f4d" providerId="ADAL" clId="{A7966B2A-36DF-4A3E-9EEE-BDEC10E7812B}" dt="2026-04-13T20:49:47.519" v="129" actId="47"/>
        <pc:sldMkLst>
          <pc:docMk/>
          <pc:sldMk cId="1020501588" sldId="556"/>
        </pc:sldMkLst>
      </pc:sldChg>
      <pc:sldChg chg="modSp mod">
        <pc:chgData name="Hasan Kurt" userId="20c1b472-0618-482e-8904-729ab0ea5f4d" providerId="ADAL" clId="{A7966B2A-36DF-4A3E-9EEE-BDEC10E7812B}" dt="2026-04-13T21:36:11.688" v="1595" actId="20577"/>
        <pc:sldMkLst>
          <pc:docMk/>
          <pc:sldMk cId="2553560883" sldId="557"/>
        </pc:sldMkLst>
        <pc:spChg chg="mod">
          <ac:chgData name="Hasan Kurt" userId="20c1b472-0618-482e-8904-729ab0ea5f4d" providerId="ADAL" clId="{A7966B2A-36DF-4A3E-9EEE-BDEC10E7812B}" dt="2026-04-13T21:36:11.688" v="1595" actId="20577"/>
          <ac:spMkLst>
            <pc:docMk/>
            <pc:sldMk cId="2553560883" sldId="557"/>
            <ac:spMk id="4" creationId="{93E34B96-D0FC-407D-A25F-05AC1896CBA6}"/>
          </ac:spMkLst>
        </pc:spChg>
      </pc:sldChg>
      <pc:sldChg chg="addSp modSp mod">
        <pc:chgData name="Hasan Kurt" userId="20c1b472-0618-482e-8904-729ab0ea5f4d" providerId="ADAL" clId="{A7966B2A-36DF-4A3E-9EEE-BDEC10E7812B}" dt="2026-04-13T21:36:50.408" v="1597" actId="1076"/>
        <pc:sldMkLst>
          <pc:docMk/>
          <pc:sldMk cId="2227154067" sldId="558"/>
        </pc:sldMkLst>
        <pc:spChg chg="mod">
          <ac:chgData name="Hasan Kurt" userId="20c1b472-0618-482e-8904-729ab0ea5f4d" providerId="ADAL" clId="{A7966B2A-36DF-4A3E-9EEE-BDEC10E7812B}" dt="2026-04-13T21:35:01.177" v="1570" actId="27636"/>
          <ac:spMkLst>
            <pc:docMk/>
            <pc:sldMk cId="2227154067" sldId="558"/>
            <ac:spMk id="4" creationId="{8DEB8BAD-3BE3-FA4D-382C-B326190600FE}"/>
          </ac:spMkLst>
        </pc:spChg>
        <pc:spChg chg="add mod">
          <ac:chgData name="Hasan Kurt" userId="20c1b472-0618-482e-8904-729ab0ea5f4d" providerId="ADAL" clId="{A7966B2A-36DF-4A3E-9EEE-BDEC10E7812B}" dt="2026-04-13T21:35:16.695" v="1573" actId="14100"/>
          <ac:spMkLst>
            <pc:docMk/>
            <pc:sldMk cId="2227154067" sldId="558"/>
            <ac:spMk id="5" creationId="{6171CBEF-8F35-A5A5-EBD6-6CBBEC80EEB2}"/>
          </ac:spMkLst>
        </pc:spChg>
        <pc:picChg chg="add mod">
          <ac:chgData name="Hasan Kurt" userId="20c1b472-0618-482e-8904-729ab0ea5f4d" providerId="ADAL" clId="{A7966B2A-36DF-4A3E-9EEE-BDEC10E7812B}" dt="2026-04-13T21:36:50.408" v="1597" actId="1076"/>
          <ac:picMkLst>
            <pc:docMk/>
            <pc:sldMk cId="2227154067" sldId="558"/>
            <ac:picMk id="5122" creationId="{3D8D7199-B7E9-1EDD-7167-6B09807491A4}"/>
          </ac:picMkLst>
        </pc:picChg>
      </pc:sldChg>
      <pc:sldChg chg="addSp delSp modSp mod">
        <pc:chgData name="Hasan Kurt" userId="20c1b472-0618-482e-8904-729ab0ea5f4d" providerId="ADAL" clId="{A7966B2A-36DF-4A3E-9EEE-BDEC10E7812B}" dt="2026-04-13T20:55:09.634" v="352" actId="404"/>
        <pc:sldMkLst>
          <pc:docMk/>
          <pc:sldMk cId="3712669231" sldId="561"/>
        </pc:sldMkLst>
        <pc:spChg chg="del mod">
          <ac:chgData name="Hasan Kurt" userId="20c1b472-0618-482e-8904-729ab0ea5f4d" providerId="ADAL" clId="{A7966B2A-36DF-4A3E-9EEE-BDEC10E7812B}" dt="2026-04-13T20:53:00.213" v="324" actId="478"/>
          <ac:spMkLst>
            <pc:docMk/>
            <pc:sldMk cId="3712669231" sldId="561"/>
            <ac:spMk id="4" creationId="{9F59BCA7-D804-3E46-8CAF-61D42DF13D87}"/>
          </ac:spMkLst>
        </pc:spChg>
        <pc:spChg chg="add mod">
          <ac:chgData name="Hasan Kurt" userId="20c1b472-0618-482e-8904-729ab0ea5f4d" providerId="ADAL" clId="{A7966B2A-36DF-4A3E-9EEE-BDEC10E7812B}" dt="2026-04-13T20:55:09.634" v="352" actId="404"/>
          <ac:spMkLst>
            <pc:docMk/>
            <pc:sldMk cId="3712669231" sldId="561"/>
            <ac:spMk id="5" creationId="{4D62432B-3E22-393B-8087-1BC6C4DB024A}"/>
          </ac:spMkLst>
        </pc:spChg>
        <pc:picChg chg="add mod">
          <ac:chgData name="Hasan Kurt" userId="20c1b472-0618-482e-8904-729ab0ea5f4d" providerId="ADAL" clId="{A7966B2A-36DF-4A3E-9EEE-BDEC10E7812B}" dt="2026-04-13T20:54:38.512" v="332" actId="1076"/>
          <ac:picMkLst>
            <pc:docMk/>
            <pc:sldMk cId="3712669231" sldId="561"/>
            <ac:picMk id="1026" creationId="{DEC04E9E-6C21-AAAD-33DC-5EE9D24C9692}"/>
          </ac:picMkLst>
        </pc:picChg>
        <pc:picChg chg="add mod">
          <ac:chgData name="Hasan Kurt" userId="20c1b472-0618-482e-8904-729ab0ea5f4d" providerId="ADAL" clId="{A7966B2A-36DF-4A3E-9EEE-BDEC10E7812B}" dt="2026-04-13T20:54:40.699" v="333" actId="1076"/>
          <ac:picMkLst>
            <pc:docMk/>
            <pc:sldMk cId="3712669231" sldId="561"/>
            <ac:picMk id="1028" creationId="{A2434B49-E230-9C4A-D701-D2C3009EDE81}"/>
          </ac:picMkLst>
        </pc:picChg>
        <pc:picChg chg="del">
          <ac:chgData name="Hasan Kurt" userId="20c1b472-0618-482e-8904-729ab0ea5f4d" providerId="ADAL" clId="{A7966B2A-36DF-4A3E-9EEE-BDEC10E7812B}" dt="2026-04-13T20:53:02.269" v="325" actId="478"/>
          <ac:picMkLst>
            <pc:docMk/>
            <pc:sldMk cId="3712669231" sldId="561"/>
            <ac:picMk id="5122" creationId="{F323B753-685D-F450-941F-CA782D4AFBAC}"/>
          </ac:picMkLst>
        </pc:picChg>
      </pc:sldChg>
      <pc:sldChg chg="modSp add mod">
        <pc:chgData name="Hasan Kurt" userId="20c1b472-0618-482e-8904-729ab0ea5f4d" providerId="ADAL" clId="{A7966B2A-36DF-4A3E-9EEE-BDEC10E7812B}" dt="2026-04-13T20:59:12.802" v="385" actId="20577"/>
        <pc:sldMkLst>
          <pc:docMk/>
          <pc:sldMk cId="2834854566" sldId="562"/>
        </pc:sldMkLst>
        <pc:spChg chg="mod">
          <ac:chgData name="Hasan Kurt" userId="20c1b472-0618-482e-8904-729ab0ea5f4d" providerId="ADAL" clId="{A7966B2A-36DF-4A3E-9EEE-BDEC10E7812B}" dt="2026-04-13T20:59:12.802" v="385" actId="20577"/>
          <ac:spMkLst>
            <pc:docMk/>
            <pc:sldMk cId="2834854566" sldId="562"/>
            <ac:spMk id="4" creationId="{0751E2B1-4A10-4BA8-1AE2-A79D6BEBA925}"/>
          </ac:spMkLst>
        </pc:spChg>
      </pc:sldChg>
      <pc:sldChg chg="delSp modSp add mod modNotesTx">
        <pc:chgData name="Hasan Kurt" userId="20c1b472-0618-482e-8904-729ab0ea5f4d" providerId="ADAL" clId="{A7966B2A-36DF-4A3E-9EEE-BDEC10E7812B}" dt="2026-04-13T21:29:05.227" v="1491" actId="20577"/>
        <pc:sldMkLst>
          <pc:docMk/>
          <pc:sldMk cId="266324627" sldId="563"/>
        </pc:sldMkLst>
        <pc:spChg chg="mod">
          <ac:chgData name="Hasan Kurt" userId="20c1b472-0618-482e-8904-729ab0ea5f4d" providerId="ADAL" clId="{A7966B2A-36DF-4A3E-9EEE-BDEC10E7812B}" dt="2026-04-13T21:01:16.427" v="400" actId="403"/>
          <ac:spMkLst>
            <pc:docMk/>
            <pc:sldMk cId="266324627" sldId="563"/>
            <ac:spMk id="2" creationId="{44A37F04-44CE-473F-0F90-8E0663262F7E}"/>
          </ac:spMkLst>
        </pc:spChg>
        <pc:spChg chg="del">
          <ac:chgData name="Hasan Kurt" userId="20c1b472-0618-482e-8904-729ab0ea5f4d" providerId="ADAL" clId="{A7966B2A-36DF-4A3E-9EEE-BDEC10E7812B}" dt="2026-04-13T21:00:54.699" v="390" actId="478"/>
          <ac:spMkLst>
            <pc:docMk/>
            <pc:sldMk cId="266324627" sldId="563"/>
            <ac:spMk id="4" creationId="{96590C4C-9026-AA89-2C54-D7649AF4780A}"/>
          </ac:spMkLst>
        </pc:spChg>
        <pc:picChg chg="del">
          <ac:chgData name="Hasan Kurt" userId="20c1b472-0618-482e-8904-729ab0ea5f4d" providerId="ADAL" clId="{A7966B2A-36DF-4A3E-9EEE-BDEC10E7812B}" dt="2026-04-13T21:00:57.334" v="391" actId="478"/>
          <ac:picMkLst>
            <pc:docMk/>
            <pc:sldMk cId="266324627" sldId="563"/>
            <ac:picMk id="5122" creationId="{54B30DDF-D24F-F95E-54AD-48EB786015D2}"/>
          </ac:picMkLst>
        </pc:picChg>
      </pc:sldChg>
      <pc:sldChg chg="addSp delSp modSp add mod">
        <pc:chgData name="Hasan Kurt" userId="20c1b472-0618-482e-8904-729ab0ea5f4d" providerId="ADAL" clId="{A7966B2A-36DF-4A3E-9EEE-BDEC10E7812B}" dt="2026-04-13T21:05:33.772" v="550" actId="1076"/>
        <pc:sldMkLst>
          <pc:docMk/>
          <pc:sldMk cId="3047832216" sldId="564"/>
        </pc:sldMkLst>
        <pc:spChg chg="mod">
          <ac:chgData name="Hasan Kurt" userId="20c1b472-0618-482e-8904-729ab0ea5f4d" providerId="ADAL" clId="{A7966B2A-36DF-4A3E-9EEE-BDEC10E7812B}" dt="2026-04-13T21:03:40.913" v="435" actId="20577"/>
          <ac:spMkLst>
            <pc:docMk/>
            <pc:sldMk cId="3047832216" sldId="564"/>
            <ac:spMk id="2" creationId="{5C06E849-2EE2-94A1-1A5C-E206E2EE1CEE}"/>
          </ac:spMkLst>
        </pc:spChg>
        <pc:spChg chg="ord">
          <ac:chgData name="Hasan Kurt" userId="20c1b472-0618-482e-8904-729ab0ea5f4d" providerId="ADAL" clId="{A7966B2A-36DF-4A3E-9EEE-BDEC10E7812B}" dt="2026-04-13T21:03:48.270" v="438" actId="26606"/>
          <ac:spMkLst>
            <pc:docMk/>
            <pc:sldMk cId="3047832216" sldId="564"/>
            <ac:spMk id="3" creationId="{2FBA2FAB-323D-CE65-AE97-5506C613A518}"/>
          </ac:spMkLst>
        </pc:spChg>
        <pc:spChg chg="mod">
          <ac:chgData name="Hasan Kurt" userId="20c1b472-0618-482e-8904-729ab0ea5f4d" providerId="ADAL" clId="{A7966B2A-36DF-4A3E-9EEE-BDEC10E7812B}" dt="2026-04-13T21:05:23.166" v="546" actId="20577"/>
          <ac:spMkLst>
            <pc:docMk/>
            <pc:sldMk cId="3047832216" sldId="564"/>
            <ac:spMk id="4" creationId="{F994FF83-F8AA-3723-DD04-4AD953FE3CFF}"/>
          </ac:spMkLst>
        </pc:spChg>
        <pc:picChg chg="add mod">
          <ac:chgData name="Hasan Kurt" userId="20c1b472-0618-482e-8904-729ab0ea5f4d" providerId="ADAL" clId="{A7966B2A-36DF-4A3E-9EEE-BDEC10E7812B}" dt="2026-04-13T21:03:48.270" v="438" actId="26606"/>
          <ac:picMkLst>
            <pc:docMk/>
            <pc:sldMk cId="3047832216" sldId="564"/>
            <ac:picMk id="2050" creationId="{F3363CB8-1390-177F-63AB-3BA4947E9D70}"/>
          </ac:picMkLst>
        </pc:picChg>
        <pc:picChg chg="add mod">
          <ac:chgData name="Hasan Kurt" userId="20c1b472-0618-482e-8904-729ab0ea5f4d" providerId="ADAL" clId="{A7966B2A-36DF-4A3E-9EEE-BDEC10E7812B}" dt="2026-04-13T21:05:33.772" v="550" actId="1076"/>
          <ac:picMkLst>
            <pc:docMk/>
            <pc:sldMk cId="3047832216" sldId="564"/>
            <ac:picMk id="2052" creationId="{D1B772DF-E223-F8CE-554B-BE698BBB5507}"/>
          </ac:picMkLst>
        </pc:picChg>
        <pc:picChg chg="del">
          <ac:chgData name="Hasan Kurt" userId="20c1b472-0618-482e-8904-729ab0ea5f4d" providerId="ADAL" clId="{A7966B2A-36DF-4A3E-9EEE-BDEC10E7812B}" dt="2026-04-13T21:03:44.498" v="436" actId="478"/>
          <ac:picMkLst>
            <pc:docMk/>
            <pc:sldMk cId="3047832216" sldId="564"/>
            <ac:picMk id="5122" creationId="{BBFE2E0D-6374-A14B-EA4F-42B93D72FE3C}"/>
          </ac:picMkLst>
        </pc:picChg>
      </pc:sldChg>
      <pc:sldChg chg="addSp delSp modSp add mod modNotesTx">
        <pc:chgData name="Hasan Kurt" userId="20c1b472-0618-482e-8904-729ab0ea5f4d" providerId="ADAL" clId="{A7966B2A-36DF-4A3E-9EEE-BDEC10E7812B}" dt="2026-04-13T21:12:26.381" v="923" actId="20577"/>
        <pc:sldMkLst>
          <pc:docMk/>
          <pc:sldMk cId="4285974361" sldId="565"/>
        </pc:sldMkLst>
        <pc:spChg chg="mod">
          <ac:chgData name="Hasan Kurt" userId="20c1b472-0618-482e-8904-729ab0ea5f4d" providerId="ADAL" clId="{A7966B2A-36DF-4A3E-9EEE-BDEC10E7812B}" dt="2026-04-13T21:07:29.529" v="587" actId="20577"/>
          <ac:spMkLst>
            <pc:docMk/>
            <pc:sldMk cId="4285974361" sldId="565"/>
            <ac:spMk id="2" creationId="{367FC548-AD3B-A3E9-9929-140F1AE493E5}"/>
          </ac:spMkLst>
        </pc:spChg>
        <pc:spChg chg="mod">
          <ac:chgData name="Hasan Kurt" userId="20c1b472-0618-482e-8904-729ab0ea5f4d" providerId="ADAL" clId="{A7966B2A-36DF-4A3E-9EEE-BDEC10E7812B}" dt="2026-04-13T21:11:41.430" v="820" actId="20577"/>
          <ac:spMkLst>
            <pc:docMk/>
            <pc:sldMk cId="4285974361" sldId="565"/>
            <ac:spMk id="4" creationId="{D9682B1A-6DA9-0D51-7D79-CD88C63E31FE}"/>
          </ac:spMkLst>
        </pc:spChg>
        <pc:picChg chg="del">
          <ac:chgData name="Hasan Kurt" userId="20c1b472-0618-482e-8904-729ab0ea5f4d" providerId="ADAL" clId="{A7966B2A-36DF-4A3E-9EEE-BDEC10E7812B}" dt="2026-04-13T21:07:32.105" v="588" actId="478"/>
          <ac:picMkLst>
            <pc:docMk/>
            <pc:sldMk cId="4285974361" sldId="565"/>
            <ac:picMk id="2050" creationId="{9A86088C-DBD8-B593-D245-2E6C2A8549B3}"/>
          </ac:picMkLst>
        </pc:picChg>
        <pc:picChg chg="del">
          <ac:chgData name="Hasan Kurt" userId="20c1b472-0618-482e-8904-729ab0ea5f4d" providerId="ADAL" clId="{A7966B2A-36DF-4A3E-9EEE-BDEC10E7812B}" dt="2026-04-13T21:07:33.804" v="589" actId="478"/>
          <ac:picMkLst>
            <pc:docMk/>
            <pc:sldMk cId="4285974361" sldId="565"/>
            <ac:picMk id="2052" creationId="{D46EF340-DFDB-5787-77E7-F07818A94963}"/>
          </ac:picMkLst>
        </pc:picChg>
        <pc:picChg chg="add del mod">
          <ac:chgData name="Hasan Kurt" userId="20c1b472-0618-482e-8904-729ab0ea5f4d" providerId="ADAL" clId="{A7966B2A-36DF-4A3E-9EEE-BDEC10E7812B}" dt="2026-04-13T21:09:18.418" v="593" actId="478"/>
          <ac:picMkLst>
            <pc:docMk/>
            <pc:sldMk cId="4285974361" sldId="565"/>
            <ac:picMk id="3074" creationId="{E32BBDF0-B89A-8805-0209-DF7DD501B7C6}"/>
          </ac:picMkLst>
        </pc:picChg>
        <pc:picChg chg="add mod">
          <ac:chgData name="Hasan Kurt" userId="20c1b472-0618-482e-8904-729ab0ea5f4d" providerId="ADAL" clId="{A7966B2A-36DF-4A3E-9EEE-BDEC10E7812B}" dt="2026-04-13T21:09:24.168" v="595" actId="1076"/>
          <ac:picMkLst>
            <pc:docMk/>
            <pc:sldMk cId="4285974361" sldId="565"/>
            <ac:picMk id="3076" creationId="{4866E5ED-ECBA-D566-FA8E-C18FBCE00FC9}"/>
          </ac:picMkLst>
        </pc:picChg>
        <pc:picChg chg="add mod">
          <ac:chgData name="Hasan Kurt" userId="20c1b472-0618-482e-8904-729ab0ea5f4d" providerId="ADAL" clId="{A7966B2A-36DF-4A3E-9EEE-BDEC10E7812B}" dt="2026-04-13T21:09:33.888" v="597" actId="1076"/>
          <ac:picMkLst>
            <pc:docMk/>
            <pc:sldMk cId="4285974361" sldId="565"/>
            <ac:picMk id="3078" creationId="{3967BAE5-37E3-52CA-D569-225E749BE2F9}"/>
          </ac:picMkLst>
        </pc:picChg>
      </pc:sldChg>
      <pc:sldChg chg="addSp delSp modSp add mod modNotesTx">
        <pc:chgData name="Hasan Kurt" userId="20c1b472-0618-482e-8904-729ab0ea5f4d" providerId="ADAL" clId="{A7966B2A-36DF-4A3E-9EEE-BDEC10E7812B}" dt="2026-04-13T21:21:40.017" v="1269" actId="20577"/>
        <pc:sldMkLst>
          <pc:docMk/>
          <pc:sldMk cId="3953470826" sldId="566"/>
        </pc:sldMkLst>
        <pc:spChg chg="mod">
          <ac:chgData name="Hasan Kurt" userId="20c1b472-0618-482e-8904-729ab0ea5f4d" providerId="ADAL" clId="{A7966B2A-36DF-4A3E-9EEE-BDEC10E7812B}" dt="2026-04-13T21:20:21.634" v="1058" actId="26606"/>
          <ac:spMkLst>
            <pc:docMk/>
            <pc:sldMk cId="3953470826" sldId="566"/>
            <ac:spMk id="2" creationId="{DBDC2FD9-6365-B96D-6F93-FFF74C7ED71A}"/>
          </ac:spMkLst>
        </pc:spChg>
        <pc:spChg chg="ord">
          <ac:chgData name="Hasan Kurt" userId="20c1b472-0618-482e-8904-729ab0ea5f4d" providerId="ADAL" clId="{A7966B2A-36DF-4A3E-9EEE-BDEC10E7812B}" dt="2026-04-13T21:20:21.634" v="1058" actId="26606"/>
          <ac:spMkLst>
            <pc:docMk/>
            <pc:sldMk cId="3953470826" sldId="566"/>
            <ac:spMk id="3" creationId="{A1CBF04D-E172-8139-1418-45603FF31023}"/>
          </ac:spMkLst>
        </pc:spChg>
        <pc:spChg chg="mod">
          <ac:chgData name="Hasan Kurt" userId="20c1b472-0618-482e-8904-729ab0ea5f4d" providerId="ADAL" clId="{A7966B2A-36DF-4A3E-9EEE-BDEC10E7812B}" dt="2026-04-13T21:21:40.017" v="1269" actId="20577"/>
          <ac:spMkLst>
            <pc:docMk/>
            <pc:sldMk cId="3953470826" sldId="566"/>
            <ac:spMk id="4" creationId="{FFAB3E85-96C6-46F6-554A-1A28363A6331}"/>
          </ac:spMkLst>
        </pc:spChg>
        <pc:picChg chg="del">
          <ac:chgData name="Hasan Kurt" userId="20c1b472-0618-482e-8904-729ab0ea5f4d" providerId="ADAL" clId="{A7966B2A-36DF-4A3E-9EEE-BDEC10E7812B}" dt="2026-04-13T21:17:22.846" v="1055" actId="478"/>
          <ac:picMkLst>
            <pc:docMk/>
            <pc:sldMk cId="3953470826" sldId="566"/>
            <ac:picMk id="3076" creationId="{3C283225-EE36-5763-6F28-B1AA91EB2B66}"/>
          </ac:picMkLst>
        </pc:picChg>
        <pc:picChg chg="del">
          <ac:chgData name="Hasan Kurt" userId="20c1b472-0618-482e-8904-729ab0ea5f4d" providerId="ADAL" clId="{A7966B2A-36DF-4A3E-9EEE-BDEC10E7812B}" dt="2026-04-13T21:17:21.027" v="1054" actId="478"/>
          <ac:picMkLst>
            <pc:docMk/>
            <pc:sldMk cId="3953470826" sldId="566"/>
            <ac:picMk id="3078" creationId="{91832912-AD80-9EB0-1FF4-9442C6C61EDC}"/>
          </ac:picMkLst>
        </pc:picChg>
        <pc:picChg chg="add mod">
          <ac:chgData name="Hasan Kurt" userId="20c1b472-0618-482e-8904-729ab0ea5f4d" providerId="ADAL" clId="{A7966B2A-36DF-4A3E-9EEE-BDEC10E7812B}" dt="2026-04-13T21:20:23.592" v="1059" actId="1076"/>
          <ac:picMkLst>
            <pc:docMk/>
            <pc:sldMk cId="3953470826" sldId="566"/>
            <ac:picMk id="4098" creationId="{EA10C73D-183B-1756-1532-6C428A8DAAE8}"/>
          </ac:picMkLst>
        </pc:picChg>
        <pc:picChg chg="add mod">
          <ac:chgData name="Hasan Kurt" userId="20c1b472-0618-482e-8904-729ab0ea5f4d" providerId="ADAL" clId="{A7966B2A-36DF-4A3E-9EEE-BDEC10E7812B}" dt="2026-04-13T21:20:45.242" v="1063" actId="1076"/>
          <ac:picMkLst>
            <pc:docMk/>
            <pc:sldMk cId="3953470826" sldId="566"/>
            <ac:picMk id="4100" creationId="{FC4B2F0B-F964-D283-6EA2-801C93BEF1EB}"/>
          </ac:picMkLst>
        </pc:picChg>
      </pc:sldChg>
      <pc:sldChg chg="modSp new mod">
        <pc:chgData name="Hasan Kurt" userId="20c1b472-0618-482e-8904-729ab0ea5f4d" providerId="ADAL" clId="{A7966B2A-36DF-4A3E-9EEE-BDEC10E7812B}" dt="2026-04-13T21:25:56.203" v="1485" actId="20577"/>
        <pc:sldMkLst>
          <pc:docMk/>
          <pc:sldMk cId="2915483252" sldId="567"/>
        </pc:sldMkLst>
        <pc:spChg chg="mod">
          <ac:chgData name="Hasan Kurt" userId="20c1b472-0618-482e-8904-729ab0ea5f4d" providerId="ADAL" clId="{A7966B2A-36DF-4A3E-9EEE-BDEC10E7812B}" dt="2026-04-13T21:22:49.328" v="1303" actId="20577"/>
          <ac:spMkLst>
            <pc:docMk/>
            <pc:sldMk cId="2915483252" sldId="567"/>
            <ac:spMk id="2" creationId="{479BFE87-29A2-EB63-FB4A-79220C9A9635}"/>
          </ac:spMkLst>
        </pc:spChg>
        <pc:spChg chg="mod">
          <ac:chgData name="Hasan Kurt" userId="20c1b472-0618-482e-8904-729ab0ea5f4d" providerId="ADAL" clId="{A7966B2A-36DF-4A3E-9EEE-BDEC10E7812B}" dt="2026-04-13T21:25:56.203" v="1485" actId="20577"/>
          <ac:spMkLst>
            <pc:docMk/>
            <pc:sldMk cId="2915483252" sldId="567"/>
            <ac:spMk id="3" creationId="{4CDF2244-03DA-D8A8-48DD-5966848ADC28}"/>
          </ac:spMkLst>
        </pc:spChg>
      </pc:sldChg>
    </pc:docChg>
  </pc:docChgLst>
  <pc:docChgLst>
    <pc:chgData name="Hasan Kurt" userId="20c1b472-0618-482e-8904-729ab0ea5f4d" providerId="ADAL" clId="{A9CB5739-A9CD-4B35-8C35-2142AABFA82E}"/>
    <pc:docChg chg="undo redo custSel addSld modSld modSection">
      <pc:chgData name="Hasan Kurt" userId="20c1b472-0618-482e-8904-729ab0ea5f4d" providerId="ADAL" clId="{A9CB5739-A9CD-4B35-8C35-2142AABFA82E}" dt="2026-04-13T09:56:18.128" v="2529" actId="20577"/>
      <pc:docMkLst>
        <pc:docMk/>
      </pc:docMkLst>
      <pc:sldChg chg="modSp mod">
        <pc:chgData name="Hasan Kurt" userId="20c1b472-0618-482e-8904-729ab0ea5f4d" providerId="ADAL" clId="{A9CB5739-A9CD-4B35-8C35-2142AABFA82E}" dt="2026-04-13T09:09:33.896" v="221" actId="20577"/>
        <pc:sldMkLst>
          <pc:docMk/>
          <pc:sldMk cId="4047423071" sldId="262"/>
        </pc:sldMkLst>
        <pc:spChg chg="mod">
          <ac:chgData name="Hasan Kurt" userId="20c1b472-0618-482e-8904-729ab0ea5f4d" providerId="ADAL" clId="{A9CB5739-A9CD-4B35-8C35-2142AABFA82E}" dt="2026-04-13T09:09:33.896" v="221" actId="20577"/>
          <ac:spMkLst>
            <pc:docMk/>
            <pc:sldMk cId="4047423071" sldId="262"/>
            <ac:spMk id="6" creationId="{7F8B8D0C-BF90-4B7F-AFD9-D312C8D2A7B9}"/>
          </ac:spMkLst>
        </pc:spChg>
      </pc:sldChg>
      <pc:sldChg chg="modSp mod">
        <pc:chgData name="Hasan Kurt" userId="20c1b472-0618-482e-8904-729ab0ea5f4d" providerId="ADAL" clId="{A9CB5739-A9CD-4B35-8C35-2142AABFA82E}" dt="2026-04-13T09:07:51.623" v="30" actId="20577"/>
        <pc:sldMkLst>
          <pc:docMk/>
          <pc:sldMk cId="1490028159" sldId="311"/>
        </pc:sldMkLst>
        <pc:spChg chg="mod">
          <ac:chgData name="Hasan Kurt" userId="20c1b472-0618-482e-8904-729ab0ea5f4d" providerId="ADAL" clId="{A9CB5739-A9CD-4B35-8C35-2142AABFA82E}" dt="2026-04-13T09:07:51.623" v="30" actId="20577"/>
          <ac:spMkLst>
            <pc:docMk/>
            <pc:sldMk cId="1490028159" sldId="311"/>
            <ac:spMk id="3" creationId="{629C5C66-EA92-8944-8A06-BB25ABC7BD4D}"/>
          </ac:spMkLst>
        </pc:spChg>
        <pc:spChg chg="mod">
          <ac:chgData name="Hasan Kurt" userId="20c1b472-0618-482e-8904-729ab0ea5f4d" providerId="ADAL" clId="{A9CB5739-A9CD-4B35-8C35-2142AABFA82E}" dt="2026-04-13T09:07:41.105" v="25" actId="20577"/>
          <ac:spMkLst>
            <pc:docMk/>
            <pc:sldMk cId="1490028159" sldId="311"/>
            <ac:spMk id="8" creationId="{2964A64A-324A-0347-9067-1916E2DEC92D}"/>
          </ac:spMkLst>
        </pc:spChg>
      </pc:sldChg>
      <pc:sldChg chg="addSp delSp modSp mod modNotesTx">
        <pc:chgData name="Hasan Kurt" userId="20c1b472-0618-482e-8904-729ab0ea5f4d" providerId="ADAL" clId="{A9CB5739-A9CD-4B35-8C35-2142AABFA82E}" dt="2026-04-13T09:26:49.794" v="1291" actId="403"/>
        <pc:sldMkLst>
          <pc:docMk/>
          <pc:sldMk cId="3643327378" sldId="372"/>
        </pc:sldMkLst>
        <pc:spChg chg="mod">
          <ac:chgData name="Hasan Kurt" userId="20c1b472-0618-482e-8904-729ab0ea5f4d" providerId="ADAL" clId="{A9CB5739-A9CD-4B35-8C35-2142AABFA82E}" dt="2026-04-13T09:19:36.627" v="1152" actId="20577"/>
          <ac:spMkLst>
            <pc:docMk/>
            <pc:sldMk cId="3643327378" sldId="372"/>
            <ac:spMk id="2" creationId="{00000000-0000-0000-0000-000000000000}"/>
          </ac:spMkLst>
        </pc:spChg>
        <pc:spChg chg="mod">
          <ac:chgData name="Hasan Kurt" userId="20c1b472-0618-482e-8904-729ab0ea5f4d" providerId="ADAL" clId="{A9CB5739-A9CD-4B35-8C35-2142AABFA82E}" dt="2026-04-13T09:26:49.794" v="1291" actId="403"/>
          <ac:spMkLst>
            <pc:docMk/>
            <pc:sldMk cId="3643327378" sldId="372"/>
            <ac:spMk id="7" creationId="{00000000-0000-0000-0000-000000000000}"/>
          </ac:spMkLst>
        </pc:spChg>
        <pc:picChg chg="add mod">
          <ac:chgData name="Hasan Kurt" userId="20c1b472-0618-482e-8904-729ab0ea5f4d" providerId="ADAL" clId="{A9CB5739-A9CD-4B35-8C35-2142AABFA82E}" dt="2026-04-13T09:24:17.881" v="1235" actId="14100"/>
          <ac:picMkLst>
            <pc:docMk/>
            <pc:sldMk cId="3643327378" sldId="372"/>
            <ac:picMk id="2050" creationId="{6A298165-FCC9-2F51-36CD-9A036DF87118}"/>
          </ac:picMkLst>
        </pc:picChg>
        <pc:picChg chg="del">
          <ac:chgData name="Hasan Kurt" userId="20c1b472-0618-482e-8904-729ab0ea5f4d" providerId="ADAL" clId="{A9CB5739-A9CD-4B35-8C35-2142AABFA82E}" dt="2026-04-13T09:19:25.860" v="1118" actId="478"/>
          <ac:picMkLst>
            <pc:docMk/>
            <pc:sldMk cId="3643327378" sldId="372"/>
            <ac:picMk id="3076" creationId="{00000000-0000-0000-0000-000000000000}"/>
          </ac:picMkLst>
        </pc:picChg>
      </pc:sldChg>
      <pc:sldChg chg="delSp modSp mod delAnim">
        <pc:chgData name="Hasan Kurt" userId="20c1b472-0618-482e-8904-729ab0ea5f4d" providerId="ADAL" clId="{A9CB5739-A9CD-4B35-8C35-2142AABFA82E}" dt="2026-04-13T09:24:38.896" v="1245" actId="5793"/>
        <pc:sldMkLst>
          <pc:docMk/>
          <pc:sldMk cId="514470037" sldId="373"/>
        </pc:sldMkLst>
        <pc:spChg chg="mod">
          <ac:chgData name="Hasan Kurt" userId="20c1b472-0618-482e-8904-729ab0ea5f4d" providerId="ADAL" clId="{A9CB5739-A9CD-4B35-8C35-2142AABFA82E}" dt="2026-04-13T09:12:18.395" v="666" actId="20577"/>
          <ac:spMkLst>
            <pc:docMk/>
            <pc:sldMk cId="514470037" sldId="373"/>
            <ac:spMk id="2" creationId="{00000000-0000-0000-0000-000000000000}"/>
          </ac:spMkLst>
        </pc:spChg>
        <pc:spChg chg="mod">
          <ac:chgData name="Hasan Kurt" userId="20c1b472-0618-482e-8904-729ab0ea5f4d" providerId="ADAL" clId="{A9CB5739-A9CD-4B35-8C35-2142AABFA82E}" dt="2026-04-13T09:24:38.896" v="1245" actId="5793"/>
          <ac:spMkLst>
            <pc:docMk/>
            <pc:sldMk cId="514470037" sldId="373"/>
            <ac:spMk id="3" creationId="{00000000-0000-0000-0000-000000000000}"/>
          </ac:spMkLst>
        </pc:spChg>
        <pc:grpChg chg="del">
          <ac:chgData name="Hasan Kurt" userId="20c1b472-0618-482e-8904-729ab0ea5f4d" providerId="ADAL" clId="{A9CB5739-A9CD-4B35-8C35-2142AABFA82E}" dt="2026-04-13T09:12:23.144" v="667" actId="478"/>
          <ac:grpSpMkLst>
            <pc:docMk/>
            <pc:sldMk cId="514470037" sldId="373"/>
            <ac:grpSpMk id="9" creationId="{00000000-0000-0000-0000-000000000000}"/>
          </ac:grpSpMkLst>
        </pc:grpChg>
        <pc:picChg chg="del">
          <ac:chgData name="Hasan Kurt" userId="20c1b472-0618-482e-8904-729ab0ea5f4d" providerId="ADAL" clId="{A9CB5739-A9CD-4B35-8C35-2142AABFA82E}" dt="2026-04-13T09:12:24.489" v="668" actId="478"/>
          <ac:picMkLst>
            <pc:docMk/>
            <pc:sldMk cId="514470037" sldId="373"/>
            <ac:picMk id="5122" creationId="{00000000-0000-0000-0000-000000000000}"/>
          </ac:picMkLst>
        </pc:picChg>
        <pc:cxnChg chg="mod">
          <ac:chgData name="Hasan Kurt" userId="20c1b472-0618-482e-8904-729ab0ea5f4d" providerId="ADAL" clId="{A9CB5739-A9CD-4B35-8C35-2142AABFA82E}" dt="2026-04-13T09:12:23.144" v="667" actId="478"/>
          <ac:cxnSpMkLst>
            <pc:docMk/>
            <pc:sldMk cId="514470037" sldId="373"/>
            <ac:cxnSpMk id="8" creationId="{00000000-0000-0000-0000-000000000000}"/>
          </ac:cxnSpMkLst>
        </pc:cxnChg>
      </pc:sldChg>
      <pc:sldChg chg="addSp delSp modSp mod">
        <pc:chgData name="Hasan Kurt" userId="20c1b472-0618-482e-8904-729ab0ea5f4d" providerId="ADAL" clId="{A9CB5739-A9CD-4B35-8C35-2142AABFA82E}" dt="2026-04-13T09:30:59.245" v="1414" actId="20577"/>
        <pc:sldMkLst>
          <pc:docMk/>
          <pc:sldMk cId="1004580734" sldId="402"/>
        </pc:sldMkLst>
        <pc:spChg chg="mod">
          <ac:chgData name="Hasan Kurt" userId="20c1b472-0618-482e-8904-729ab0ea5f4d" providerId="ADAL" clId="{A9CB5739-A9CD-4B35-8C35-2142AABFA82E}" dt="2026-04-13T09:25:05.063" v="1264" actId="20577"/>
          <ac:spMkLst>
            <pc:docMk/>
            <pc:sldMk cId="1004580734" sldId="402"/>
            <ac:spMk id="2" creationId="{00000000-0000-0000-0000-000000000000}"/>
          </ac:spMkLst>
        </pc:spChg>
        <pc:spChg chg="del mod">
          <ac:chgData name="Hasan Kurt" userId="20c1b472-0618-482e-8904-729ab0ea5f4d" providerId="ADAL" clId="{A9CB5739-A9CD-4B35-8C35-2142AABFA82E}" dt="2026-04-13T09:26:58.534" v="1292" actId="478"/>
          <ac:spMkLst>
            <pc:docMk/>
            <pc:sldMk cId="1004580734" sldId="402"/>
            <ac:spMk id="3" creationId="{00000000-0000-0000-0000-000000000000}"/>
          </ac:spMkLst>
        </pc:spChg>
        <pc:spChg chg="add mod">
          <ac:chgData name="Hasan Kurt" userId="20c1b472-0618-482e-8904-729ab0ea5f4d" providerId="ADAL" clId="{A9CB5739-A9CD-4B35-8C35-2142AABFA82E}" dt="2026-04-13T09:30:59.245" v="1414" actId="20577"/>
          <ac:spMkLst>
            <pc:docMk/>
            <pc:sldMk cId="1004580734" sldId="402"/>
            <ac:spMk id="4" creationId="{7683A653-6C1F-A650-0A9E-8F496D072801}"/>
          </ac:spMkLst>
        </pc:spChg>
        <pc:spChg chg="add mod">
          <ac:chgData name="Hasan Kurt" userId="20c1b472-0618-482e-8904-729ab0ea5f4d" providerId="ADAL" clId="{A9CB5739-A9CD-4B35-8C35-2142AABFA82E}" dt="2026-04-13T09:27:50.265" v="1367"/>
          <ac:spMkLst>
            <pc:docMk/>
            <pc:sldMk cId="1004580734" sldId="402"/>
            <ac:spMk id="5" creationId="{4D317AFE-5AE9-7501-F52D-C58D24DEF4DB}"/>
          </ac:spMkLst>
        </pc:spChg>
        <pc:spChg chg="add mod">
          <ac:chgData name="Hasan Kurt" userId="20c1b472-0618-482e-8904-729ab0ea5f4d" providerId="ADAL" clId="{A9CB5739-A9CD-4B35-8C35-2142AABFA82E}" dt="2026-04-13T09:28:53.097" v="1373" actId="2711"/>
          <ac:spMkLst>
            <pc:docMk/>
            <pc:sldMk cId="1004580734" sldId="402"/>
            <ac:spMk id="6" creationId="{4AB74561-4333-87C9-A4D9-8418863A9101}"/>
          </ac:spMkLst>
        </pc:spChg>
      </pc:sldChg>
      <pc:sldChg chg="addSp modSp mod modClrScheme chgLayout modNotesTx">
        <pc:chgData name="Hasan Kurt" userId="20c1b472-0618-482e-8904-729ab0ea5f4d" providerId="ADAL" clId="{A9CB5739-A9CD-4B35-8C35-2142AABFA82E}" dt="2026-04-13T09:15:22.949" v="929" actId="20577"/>
        <pc:sldMkLst>
          <pc:docMk/>
          <pc:sldMk cId="3208844220" sldId="423"/>
        </pc:sldMkLst>
        <pc:spChg chg="mod">
          <ac:chgData name="Hasan Kurt" userId="20c1b472-0618-482e-8904-729ab0ea5f4d" providerId="ADAL" clId="{A9CB5739-A9CD-4B35-8C35-2142AABFA82E}" dt="2026-04-13T09:14:07.328" v="841" actId="26606"/>
          <ac:spMkLst>
            <pc:docMk/>
            <pc:sldMk cId="3208844220" sldId="423"/>
            <ac:spMk id="2" creationId="{00000000-0000-0000-0000-000000000000}"/>
          </ac:spMkLst>
        </pc:spChg>
        <pc:spChg chg="mod">
          <ac:chgData name="Hasan Kurt" userId="20c1b472-0618-482e-8904-729ab0ea5f4d" providerId="ADAL" clId="{A9CB5739-A9CD-4B35-8C35-2142AABFA82E}" dt="2026-04-13T09:14:07.328" v="841" actId="26606"/>
          <ac:spMkLst>
            <pc:docMk/>
            <pc:sldMk cId="3208844220" sldId="423"/>
            <ac:spMk id="3" creationId="{00000000-0000-0000-0000-000000000000}"/>
          </ac:spMkLst>
        </pc:spChg>
        <pc:picChg chg="add mod">
          <ac:chgData name="Hasan Kurt" userId="20c1b472-0618-482e-8904-729ab0ea5f4d" providerId="ADAL" clId="{A9CB5739-A9CD-4B35-8C35-2142AABFA82E}" dt="2026-04-13T09:14:46.201" v="842" actId="1076"/>
          <ac:picMkLst>
            <pc:docMk/>
            <pc:sldMk cId="3208844220" sldId="423"/>
            <ac:picMk id="1026" creationId="{B315CCD2-9E96-6659-0B72-57DBBF26AFE4}"/>
          </ac:picMkLst>
        </pc:picChg>
        <pc:picChg chg="add mod">
          <ac:chgData name="Hasan Kurt" userId="20c1b472-0618-482e-8904-729ab0ea5f4d" providerId="ADAL" clId="{A9CB5739-A9CD-4B35-8C35-2142AABFA82E}" dt="2026-04-13T09:14:53.244" v="844" actId="1076"/>
          <ac:picMkLst>
            <pc:docMk/>
            <pc:sldMk cId="3208844220" sldId="423"/>
            <ac:picMk id="1028" creationId="{6B30C5E7-D973-4488-0F87-84E6D0E96441}"/>
          </ac:picMkLst>
        </pc:picChg>
      </pc:sldChg>
      <pc:sldChg chg="modSp mod">
        <pc:chgData name="Hasan Kurt" userId="20c1b472-0618-482e-8904-729ab0ea5f4d" providerId="ADAL" clId="{A9CB5739-A9CD-4B35-8C35-2142AABFA82E}" dt="2026-04-13T09:50:05.650" v="2173" actId="20577"/>
        <pc:sldMkLst>
          <pc:docMk/>
          <pc:sldMk cId="1292729939" sldId="429"/>
        </pc:sldMkLst>
        <pc:spChg chg="mod">
          <ac:chgData name="Hasan Kurt" userId="20c1b472-0618-482e-8904-729ab0ea5f4d" providerId="ADAL" clId="{A9CB5739-A9CD-4B35-8C35-2142AABFA82E}" dt="2026-04-13T09:50:05.650" v="2173" actId="20577"/>
          <ac:spMkLst>
            <pc:docMk/>
            <pc:sldMk cId="1292729939" sldId="429"/>
            <ac:spMk id="3" creationId="{00000000-0000-0000-0000-000000000000}"/>
          </ac:spMkLst>
        </pc:spChg>
      </pc:sldChg>
      <pc:sldChg chg="modSp mod">
        <pc:chgData name="Hasan Kurt" userId="20c1b472-0618-482e-8904-729ab0ea5f4d" providerId="ADAL" clId="{A9CB5739-A9CD-4B35-8C35-2142AABFA82E}" dt="2026-04-13T09:10:06.088" v="281" actId="20577"/>
        <pc:sldMkLst>
          <pc:docMk/>
          <pc:sldMk cId="2954342671" sldId="438"/>
        </pc:sldMkLst>
        <pc:spChg chg="mod">
          <ac:chgData name="Hasan Kurt" userId="20c1b472-0618-482e-8904-729ab0ea5f4d" providerId="ADAL" clId="{A9CB5739-A9CD-4B35-8C35-2142AABFA82E}" dt="2026-04-13T09:10:06.088" v="281" actId="20577"/>
          <ac:spMkLst>
            <pc:docMk/>
            <pc:sldMk cId="2954342671" sldId="438"/>
            <ac:spMk id="2" creationId="{00000000-0000-0000-0000-000000000000}"/>
          </ac:spMkLst>
        </pc:spChg>
        <pc:spChg chg="mod">
          <ac:chgData name="Hasan Kurt" userId="20c1b472-0618-482e-8904-729ab0ea5f4d" providerId="ADAL" clId="{A9CB5739-A9CD-4B35-8C35-2142AABFA82E}" dt="2026-04-13T09:10:01.831" v="267" actId="20577"/>
          <ac:spMkLst>
            <pc:docMk/>
            <pc:sldMk cId="2954342671" sldId="438"/>
            <ac:spMk id="3" creationId="{00000000-0000-0000-0000-000000000000}"/>
          </ac:spMkLst>
        </pc:spChg>
      </pc:sldChg>
      <pc:sldChg chg="addSp delSp modSp add mod modClrScheme chgLayout">
        <pc:chgData name="Hasan Kurt" userId="20c1b472-0618-482e-8904-729ab0ea5f4d" providerId="ADAL" clId="{A9CB5739-A9CD-4B35-8C35-2142AABFA82E}" dt="2026-04-13T09:42:36.949" v="1738" actId="20577"/>
        <pc:sldMkLst>
          <pc:docMk/>
          <pc:sldMk cId="2553560883" sldId="557"/>
        </pc:sldMkLst>
        <pc:spChg chg="mod">
          <ac:chgData name="Hasan Kurt" userId="20c1b472-0618-482e-8904-729ab0ea5f4d" providerId="ADAL" clId="{A9CB5739-A9CD-4B35-8C35-2142AABFA82E}" dt="2026-04-13T09:36:07.922" v="1531" actId="26606"/>
          <ac:spMkLst>
            <pc:docMk/>
            <pc:sldMk cId="2553560883" sldId="557"/>
            <ac:spMk id="2" creationId="{2EDB4358-9FB0-9BA3-351E-D2B158CFA9A0}"/>
          </ac:spMkLst>
        </pc:spChg>
        <pc:spChg chg="add mod">
          <ac:chgData name="Hasan Kurt" userId="20c1b472-0618-482e-8904-729ab0ea5f4d" providerId="ADAL" clId="{A9CB5739-A9CD-4B35-8C35-2142AABFA82E}" dt="2026-04-13T09:38:09.952" v="1539"/>
          <ac:spMkLst>
            <pc:docMk/>
            <pc:sldMk cId="2553560883" sldId="557"/>
            <ac:spMk id="3" creationId="{A20B84BB-10D7-09AE-70A1-0BDF38C18CE5}"/>
          </ac:spMkLst>
        </pc:spChg>
        <pc:spChg chg="mod">
          <ac:chgData name="Hasan Kurt" userId="20c1b472-0618-482e-8904-729ab0ea5f4d" providerId="ADAL" clId="{A9CB5739-A9CD-4B35-8C35-2142AABFA82E}" dt="2026-04-13T09:42:36.949" v="1738" actId="20577"/>
          <ac:spMkLst>
            <pc:docMk/>
            <pc:sldMk cId="2553560883" sldId="557"/>
            <ac:spMk id="4" creationId="{93E34B96-D0FC-407D-A25F-05AC1896CBA6}"/>
          </ac:spMkLst>
        </pc:spChg>
        <pc:spChg chg="del">
          <ac:chgData name="Hasan Kurt" userId="20c1b472-0618-482e-8904-729ab0ea5f4d" providerId="ADAL" clId="{A9CB5739-A9CD-4B35-8C35-2142AABFA82E}" dt="2026-04-13T09:36:01.772" v="1528" actId="478"/>
          <ac:spMkLst>
            <pc:docMk/>
            <pc:sldMk cId="2553560883" sldId="557"/>
            <ac:spMk id="6" creationId="{3D231062-88C7-3733-DC81-C706065ACB50}"/>
          </ac:spMkLst>
        </pc:spChg>
        <pc:picChg chg="add mod">
          <ac:chgData name="Hasan Kurt" userId="20c1b472-0618-482e-8904-729ab0ea5f4d" providerId="ADAL" clId="{A9CB5739-A9CD-4B35-8C35-2142AABFA82E}" dt="2026-04-13T09:36:07.922" v="1531" actId="26606"/>
          <ac:picMkLst>
            <pc:docMk/>
            <pc:sldMk cId="2553560883" sldId="557"/>
            <ac:picMk id="3074" creationId="{92F20ED3-B53F-FC51-B75E-285BEBF00058}"/>
          </ac:picMkLst>
        </pc:picChg>
      </pc:sldChg>
      <pc:sldChg chg="delSp modSp add mod modNotesTx">
        <pc:chgData name="Hasan Kurt" userId="20c1b472-0618-482e-8904-729ab0ea5f4d" providerId="ADAL" clId="{A9CB5739-A9CD-4B35-8C35-2142AABFA82E}" dt="2026-04-13T09:40:39.976" v="1580" actId="12"/>
        <pc:sldMkLst>
          <pc:docMk/>
          <pc:sldMk cId="2227154067" sldId="558"/>
        </pc:sldMkLst>
        <pc:spChg chg="mod">
          <ac:chgData name="Hasan Kurt" userId="20c1b472-0618-482e-8904-729ab0ea5f4d" providerId="ADAL" clId="{A9CB5739-A9CD-4B35-8C35-2142AABFA82E}" dt="2026-04-13T09:38:18.592" v="1558" actId="20577"/>
          <ac:spMkLst>
            <pc:docMk/>
            <pc:sldMk cId="2227154067" sldId="558"/>
            <ac:spMk id="2" creationId="{46C9D8D0-CAC4-666E-7EDA-84E21049D41C}"/>
          </ac:spMkLst>
        </pc:spChg>
        <pc:spChg chg="mod">
          <ac:chgData name="Hasan Kurt" userId="20c1b472-0618-482e-8904-729ab0ea5f4d" providerId="ADAL" clId="{A9CB5739-A9CD-4B35-8C35-2142AABFA82E}" dt="2026-04-13T09:40:39.976" v="1580" actId="12"/>
          <ac:spMkLst>
            <pc:docMk/>
            <pc:sldMk cId="2227154067" sldId="558"/>
            <ac:spMk id="4" creationId="{8DEB8BAD-3BE3-FA4D-382C-B326190600FE}"/>
          </ac:spMkLst>
        </pc:spChg>
        <pc:picChg chg="del">
          <ac:chgData name="Hasan Kurt" userId="20c1b472-0618-482e-8904-729ab0ea5f4d" providerId="ADAL" clId="{A9CB5739-A9CD-4B35-8C35-2142AABFA82E}" dt="2026-04-13T09:38:21.089" v="1559" actId="478"/>
          <ac:picMkLst>
            <pc:docMk/>
            <pc:sldMk cId="2227154067" sldId="558"/>
            <ac:picMk id="3074" creationId="{88BC4E4B-FC3C-19EC-0CE3-D4216BAD04DD}"/>
          </ac:picMkLst>
        </pc:picChg>
      </pc:sldChg>
      <pc:sldChg chg="addSp modSp add mod modNotesTx">
        <pc:chgData name="Hasan Kurt" userId="20c1b472-0618-482e-8904-729ab0ea5f4d" providerId="ADAL" clId="{A9CB5739-A9CD-4B35-8C35-2142AABFA82E}" dt="2026-04-13T09:51:15.892" v="2302" actId="5793"/>
        <pc:sldMkLst>
          <pc:docMk/>
          <pc:sldMk cId="1372742464" sldId="559"/>
        </pc:sldMkLst>
        <pc:spChg chg="mod">
          <ac:chgData name="Hasan Kurt" userId="20c1b472-0618-482e-8904-729ab0ea5f4d" providerId="ADAL" clId="{A9CB5739-A9CD-4B35-8C35-2142AABFA82E}" dt="2026-04-13T09:42:59.779" v="1744" actId="20577"/>
          <ac:spMkLst>
            <pc:docMk/>
            <pc:sldMk cId="1372742464" sldId="559"/>
            <ac:spMk id="2" creationId="{A26B4273-8D3F-7D28-3944-784CBE4FC979}"/>
          </ac:spMkLst>
        </pc:spChg>
        <pc:spChg chg="ord">
          <ac:chgData name="Hasan Kurt" userId="20c1b472-0618-482e-8904-729ab0ea5f4d" providerId="ADAL" clId="{A9CB5739-A9CD-4B35-8C35-2142AABFA82E}" dt="2026-04-13T09:46:20.823" v="2003" actId="26606"/>
          <ac:spMkLst>
            <pc:docMk/>
            <pc:sldMk cId="1372742464" sldId="559"/>
            <ac:spMk id="3" creationId="{6E914F7A-7B2B-D575-BF3C-6559866A164B}"/>
          </ac:spMkLst>
        </pc:spChg>
        <pc:spChg chg="mod">
          <ac:chgData name="Hasan Kurt" userId="20c1b472-0618-482e-8904-729ab0ea5f4d" providerId="ADAL" clId="{A9CB5739-A9CD-4B35-8C35-2142AABFA82E}" dt="2026-04-13T09:51:15.892" v="2302" actId="5793"/>
          <ac:spMkLst>
            <pc:docMk/>
            <pc:sldMk cId="1372742464" sldId="559"/>
            <ac:spMk id="4" creationId="{867E2B7D-3C4A-7B21-0932-ADF526E1AA4F}"/>
          </ac:spMkLst>
        </pc:spChg>
        <pc:picChg chg="add mod">
          <ac:chgData name="Hasan Kurt" userId="20c1b472-0618-482e-8904-729ab0ea5f4d" providerId="ADAL" clId="{A9CB5739-A9CD-4B35-8C35-2142AABFA82E}" dt="2026-04-13T09:46:20.823" v="2003" actId="26606"/>
          <ac:picMkLst>
            <pc:docMk/>
            <pc:sldMk cId="1372742464" sldId="559"/>
            <ac:picMk id="4098" creationId="{D551E00A-7182-9694-C499-EFDDEDA0F7B2}"/>
          </ac:picMkLst>
        </pc:picChg>
      </pc:sldChg>
      <pc:sldChg chg="addSp delSp modSp add mod">
        <pc:chgData name="Hasan Kurt" userId="20c1b472-0618-482e-8904-729ab0ea5f4d" providerId="ADAL" clId="{A9CB5739-A9CD-4B35-8C35-2142AABFA82E}" dt="2026-04-13T09:49:09.480" v="2166" actId="1076"/>
        <pc:sldMkLst>
          <pc:docMk/>
          <pc:sldMk cId="3979522210" sldId="560"/>
        </pc:sldMkLst>
        <pc:spChg chg="mod">
          <ac:chgData name="Hasan Kurt" userId="20c1b472-0618-482e-8904-729ab0ea5f4d" providerId="ADAL" clId="{A9CB5739-A9CD-4B35-8C35-2142AABFA82E}" dt="2026-04-13T09:47:06.985" v="2052" actId="20577"/>
          <ac:spMkLst>
            <pc:docMk/>
            <pc:sldMk cId="3979522210" sldId="560"/>
            <ac:spMk id="2" creationId="{B308A77B-197D-C26F-756F-896A3A65CA93}"/>
          </ac:spMkLst>
        </pc:spChg>
        <pc:spChg chg="mod">
          <ac:chgData name="Hasan Kurt" userId="20c1b472-0618-482e-8904-729ab0ea5f4d" providerId="ADAL" clId="{A9CB5739-A9CD-4B35-8C35-2142AABFA82E}" dt="2026-04-13T09:48:55.140" v="2162" actId="14100"/>
          <ac:spMkLst>
            <pc:docMk/>
            <pc:sldMk cId="3979522210" sldId="560"/>
            <ac:spMk id="4" creationId="{89A414E5-332E-DEE9-37BC-C3AC0EA8BB69}"/>
          </ac:spMkLst>
        </pc:spChg>
        <pc:spChg chg="add mod">
          <ac:chgData name="Hasan Kurt" userId="20c1b472-0618-482e-8904-729ab0ea5f4d" providerId="ADAL" clId="{A9CB5739-A9CD-4B35-8C35-2142AABFA82E}" dt="2026-04-13T09:49:09.480" v="2166" actId="1076"/>
          <ac:spMkLst>
            <pc:docMk/>
            <pc:sldMk cId="3979522210" sldId="560"/>
            <ac:spMk id="5" creationId="{7744332D-E2ED-B268-D11F-AAFD607C7FEE}"/>
          </ac:spMkLst>
        </pc:spChg>
        <pc:picChg chg="del">
          <ac:chgData name="Hasan Kurt" userId="20c1b472-0618-482e-8904-729ab0ea5f4d" providerId="ADAL" clId="{A9CB5739-A9CD-4B35-8C35-2142AABFA82E}" dt="2026-04-13T09:47:08.774" v="2053" actId="478"/>
          <ac:picMkLst>
            <pc:docMk/>
            <pc:sldMk cId="3979522210" sldId="560"/>
            <ac:picMk id="4098" creationId="{A1C82628-A60A-8596-5283-A5774943D750}"/>
          </ac:picMkLst>
        </pc:picChg>
      </pc:sldChg>
      <pc:sldChg chg="addSp delSp modSp add mod">
        <pc:chgData name="Hasan Kurt" userId="20c1b472-0618-482e-8904-729ab0ea5f4d" providerId="ADAL" clId="{A9CB5739-A9CD-4B35-8C35-2142AABFA82E}" dt="2026-04-13T09:56:18.128" v="2529" actId="20577"/>
        <pc:sldMkLst>
          <pc:docMk/>
          <pc:sldMk cId="3712669231" sldId="561"/>
        </pc:sldMkLst>
        <pc:spChg chg="mod">
          <ac:chgData name="Hasan Kurt" userId="20c1b472-0618-482e-8904-729ab0ea5f4d" providerId="ADAL" clId="{A9CB5739-A9CD-4B35-8C35-2142AABFA82E}" dt="2026-04-13T09:55:01.888" v="2506" actId="26606"/>
          <ac:spMkLst>
            <pc:docMk/>
            <pc:sldMk cId="3712669231" sldId="561"/>
            <ac:spMk id="2" creationId="{53B97F17-D3BB-86FF-7940-6A25681EB3A6}"/>
          </ac:spMkLst>
        </pc:spChg>
        <pc:spChg chg="ord">
          <ac:chgData name="Hasan Kurt" userId="20c1b472-0618-482e-8904-729ab0ea5f4d" providerId="ADAL" clId="{A9CB5739-A9CD-4B35-8C35-2142AABFA82E}" dt="2026-04-13T09:55:01.888" v="2506" actId="26606"/>
          <ac:spMkLst>
            <pc:docMk/>
            <pc:sldMk cId="3712669231" sldId="561"/>
            <ac:spMk id="3" creationId="{407CF9B5-F32B-17A7-47F0-E155AEF63778}"/>
          </ac:spMkLst>
        </pc:spChg>
        <pc:spChg chg="mod">
          <ac:chgData name="Hasan Kurt" userId="20c1b472-0618-482e-8904-729ab0ea5f4d" providerId="ADAL" clId="{A9CB5739-A9CD-4B35-8C35-2142AABFA82E}" dt="2026-04-13T09:56:18.128" v="2529" actId="20577"/>
          <ac:spMkLst>
            <pc:docMk/>
            <pc:sldMk cId="3712669231" sldId="561"/>
            <ac:spMk id="4" creationId="{9F59BCA7-D804-3E46-8CAF-61D42DF13D87}"/>
          </ac:spMkLst>
        </pc:spChg>
        <pc:spChg chg="del">
          <ac:chgData name="Hasan Kurt" userId="20c1b472-0618-482e-8904-729ab0ea5f4d" providerId="ADAL" clId="{A9CB5739-A9CD-4B35-8C35-2142AABFA82E}" dt="2026-04-13T09:54:50.458" v="2501" actId="478"/>
          <ac:spMkLst>
            <pc:docMk/>
            <pc:sldMk cId="3712669231" sldId="561"/>
            <ac:spMk id="5" creationId="{2A919D1E-3F0C-7E53-4162-72D14726A196}"/>
          </ac:spMkLst>
        </pc:spChg>
        <pc:picChg chg="add mod">
          <ac:chgData name="Hasan Kurt" userId="20c1b472-0618-482e-8904-729ab0ea5f4d" providerId="ADAL" clId="{A9CB5739-A9CD-4B35-8C35-2142AABFA82E}" dt="2026-04-13T09:55:05.261" v="2507" actId="1076"/>
          <ac:picMkLst>
            <pc:docMk/>
            <pc:sldMk cId="3712669231" sldId="561"/>
            <ac:picMk id="5122" creationId="{F323B753-685D-F450-941F-CA782D4AFBA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645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12D154-6756-477F-ACF6-75A5A1CA1461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645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582700-5991-49A4-A0D5-6241D3A3416A}" type="slidenum">
              <a:rPr lang="en-US" altLang="nl-NL"/>
              <a:pPr/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76525756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645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02B35E-981B-4772-B04D-75CC2431A8B0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850" y="749300"/>
            <a:ext cx="66548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41545"/>
            <a:ext cx="5435600" cy="449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645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22E908-7DBC-4D32-B654-1FA166BAB2FA}" type="slidenum">
              <a:rPr lang="en-US" altLang="nl-NL"/>
              <a:pPr/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079461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61974-9E8E-6746-92D0-7BB71B3C7E1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2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37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Design </a:t>
            </a:r>
            <a:r>
              <a:rPr lang="nl-NL" dirty="0" err="1"/>
              <a:t>patterns</a:t>
            </a:r>
            <a:r>
              <a:rPr lang="nl-NL" dirty="0"/>
              <a:t> boek: (Gang of </a:t>
            </a:r>
            <a:r>
              <a:rPr lang="nl-NL" dirty="0" err="1"/>
              <a:t>Four</a:t>
            </a:r>
            <a:r>
              <a:rPr lang="nl-NL" dirty="0"/>
              <a:t> (</a:t>
            </a:r>
            <a:r>
              <a:rPr lang="nl-NL" dirty="0" err="1"/>
              <a:t>GoF</a:t>
            </a:r>
            <a:r>
              <a:rPr lang="nl-NL" dirty="0"/>
              <a:t>))</a:t>
            </a:r>
          </a:p>
          <a:p>
            <a:r>
              <a:rPr lang="nl-NL" dirty="0"/>
              <a:t>Plaatje design </a:t>
            </a:r>
            <a:r>
              <a:rPr lang="nl-NL" dirty="0" err="1"/>
              <a:t>patterns</a:t>
            </a:r>
            <a:r>
              <a:rPr lang="nl-NL" dirty="0"/>
              <a:t>: https://www.linkedin.com/pulse/design-patterns-2-structural-mohamad-abuzaid/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02B35E-981B-4772-B04D-75CC2431A8B0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4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850862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02B35E-981B-4772-B04D-75CC2431A8B0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5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59079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Image: https://www.tutorialspoint.com/cplusplus/cpp_structural_design_pattern.htm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02B35E-981B-4772-B04D-75CC2431A8B0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595796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7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129701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EDC1-1F57-8C63-7B65-6170C1B0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C1912-8EDD-0D83-124B-BAA3FB6F8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DF454-63A6-F005-D665-4FF6730E9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6B1037-B06F-B75D-3C0D-728E02F0141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39AAC-96F3-DFDB-3783-E3521D2BBABF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B4A8F-0E64-4851-19FE-65E1642E91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D09F4-C741-4C28-6439-941570D6D5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739082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9B683-0DE0-DF8B-8849-0551D47E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191DF-8F07-CFC4-8DBC-8177BA520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27A16-F0B7-0031-51F8-7FDC3DE58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https://refactoring.guru/design-patterns/decorator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E819AC-CDC1-EE31-169C-12E8C57D80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687E6-CDD4-0EDD-15CF-5B53B1C141D3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0D7E9-1A53-C232-8917-2CBF12FB89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6EF31-CAC1-7C0F-66A5-DAB37742AC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9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29349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A2D4-7F26-4CF3-837D-560C91A5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CF7CD-2F88-0FEF-0FC1-3C336C8B1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A82BC-DD6D-161E-6724-0822B1FC6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https://refactoring.guru/design-patterns/proxy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CAEADE2-BF38-160E-5A12-5F2D5104060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A873-EF4A-8A81-4DEB-6B2EBD0BE1D0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748EF-CFDD-6F3B-17AB-CB8AA14DA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70D52-CE32-6BF8-86DE-F3814EA7A7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10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445435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65F2-EA93-3C58-3EF1-6B013AC3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CDE3F-9560-F346-1162-E6025E6CA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38F85-1F77-5241-37C7-ABBF28193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https://refactoring.guru/design-patterns/proxy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066489-EA87-C47C-A562-7FAC7826EA7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3A1F8-0C7F-3CB0-1C95-B855613F4C5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82970-BC6E-9BC6-A06A-5F137BF28F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2492E-28D3-CDF8-4D77-FCE9DBC71B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11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309294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CC11-6F97-5185-3E3B-73DFAF3E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3C0A2-29DE-2FDD-F96B-208E26E41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2916-A5C8-1D05-99B2-FD015664B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https://refactoring.guru/design-patterns/proxy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E30A736-BE15-60F3-CC65-487F8E712F0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9AAFF-2EAC-07AC-0560-4EB4E011341F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2F156-147E-82FB-4F4C-353DA553D6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64223-C546-BDFE-DBC3-F8B19EA53E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12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31940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909B-42EE-3766-9372-07B1500D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A7863-9E97-4D8A-2143-953FABF45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FD12D-659E-6B0A-99F1-62E29D178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https://refactoring.guru/design-patterns/proxy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0844452-686C-05DB-EAFA-D356E8E24C1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01612-B7C3-ACDD-89B7-BBCD531CAB6B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E27FC-5278-4613-57B8-EB886C5D38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D7308-DA94-2228-92A2-8467CD6C91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13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102937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4D60-95C8-0881-DDA7-33452BD0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4ECDB-448F-A5F3-C77D-ED15EB2C3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9FA35-E901-07EF-6898-734F94ED9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https://refactoring.guru/design-patterns/proxy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8D6801-B114-FE40-C93C-86F936011BD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AC8CD-7E7F-0B30-9C04-317F37F94AE0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35B1B-7976-374D-D907-0E2DF170C8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172D0-F2EE-7EF0-F0C2-4FBCEA0C7C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14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264708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F0B8-7662-4AA2-1C5B-E7E8F408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50BDE-CA52-3C42-1647-CFDAD6168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BD5C3-30BC-8784-02E8-1E40F9C71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Source: https://refactoring.guru/design-patterns/composite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72B22D8-9D95-FC4E-2756-D4C786572BD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870EF-586A-D509-442E-B8040CCD7C1C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5395-D837-216D-62E1-FD123E0303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5C5B9-8873-65FF-7A25-D3055DF061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15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625429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530D0-8731-01E2-A12D-37B8CB04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CDF6D-22FC-7A88-DA93-FBFD624F1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39C98-EE5E-DB5D-B5CB-703BFCE85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https://gameprogrammingpatterns.com/flyweight.html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D228BF4-E3B8-49E5-094E-024C97C939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3B1F7-287B-0155-F679-F8A5D403F673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F4178-4097-C84E-30EE-8E63C0955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A4964-08B4-D290-230F-769629990F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26727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67A3-CDB8-F5BB-0003-403550CF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7BA02-3AA4-B1BC-0551-375942CE3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" y="749300"/>
            <a:ext cx="6654800" cy="3743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D8BBD-3166-7247-30AA-AE9CF06EC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2DED34B-DD4C-147C-8CA4-969F1283E93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95FDD-7140-0E91-3556-43911E5B204C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C6C149D-137E-44EB-92E8-E75D297EEADF}" type="datetime1">
              <a:rPr lang="nl-NL" altLang="nl-NL" smtClean="0"/>
              <a:t>13-4-2026</a:t>
            </a:fld>
            <a:endParaRPr lang="en-US" alt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EDCB5-26D3-FBCE-6DE7-5B3834296D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77CFE-ED78-4E1D-F0B5-063A6FF29C9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B22E908-7DBC-4D32-B654-1FA166BAB2FA}" type="slidenum">
              <a:rPr lang="en-US" altLang="nl-NL" smtClean="0"/>
              <a:pPr/>
              <a:t>18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74512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6FBE2429-3394-4D2F-AD24-5EABA86125D2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49" y="1797051"/>
            <a:ext cx="4800000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1797051"/>
            <a:ext cx="4800600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3616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C64382B0-5218-4485-9784-F5CE4DEC3F99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18140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0F344198-347E-4968-8A5E-24FAF398C80A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49" y="2499784"/>
            <a:ext cx="4800000" cy="33782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499784"/>
            <a:ext cx="4800601" cy="33782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6EDF895-B7D1-4441-89CE-FC604E2C61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71549" y="1678517"/>
            <a:ext cx="4800000" cy="793749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18D6D157-830E-472B-A8A5-982AAFED65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398" y="1678517"/>
            <a:ext cx="4800601" cy="793749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876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E0F52BC7-4251-4386-84EB-B9E3042EAC7A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pic>
        <p:nvPicPr>
          <p:cNvPr id="7" name="Pictogram">
            <a:extLst>
              <a:ext uri="{FF2B5EF4-FFF2-40B4-BE49-F238E27FC236}">
                <a16:creationId xmlns:a16="http://schemas.microsoft.com/office/drawing/2014/main" id="{6BB6BD9F-BBC2-4C62-B72A-1D9C3C2DC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001" y="576852"/>
            <a:ext cx="927419" cy="92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6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A09D2FD6-A4EA-47AF-92F4-E02146872DB1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CBBC2-229A-4179-BF74-E29AAD55A4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687" y="469147"/>
            <a:ext cx="1083733" cy="103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37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1F2FEB28-E807-40A4-9055-525CD06B5082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3638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AE9478F3-55F5-463C-8DD4-17D1FC1FACF4}" type="datetime1">
              <a:rPr lang="en-US" smtClean="0"/>
              <a:t>4/13/2026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8692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9" name="Dianummer">
            <a:extLst>
              <a:ext uri="{FF2B5EF4-FFF2-40B4-BE49-F238E27FC236}">
                <a16:creationId xmlns:a16="http://schemas.microsoft.com/office/drawing/2014/main" id="{26848480-8112-419D-B34B-C11933364B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5536" y="5899151"/>
            <a:ext cx="1056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Voettekst">
            <a:extLst>
              <a:ext uri="{FF2B5EF4-FFF2-40B4-BE49-F238E27FC236}">
                <a16:creationId xmlns:a16="http://schemas.microsoft.com/office/drawing/2014/main" id="{6D2DF633-EA52-45A8-879B-C026C25500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59000" y="5899151"/>
            <a:ext cx="6192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E77EF371-812E-477A-8EE0-D26B8676C7A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25536" y="5899151"/>
            <a:ext cx="1680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E44E4F-F209-4BD9-8EDA-84907311B367}" type="datetime1">
              <a:rPr lang="en-US" smtClean="0"/>
              <a:t>4/13/2026</a:t>
            </a:fld>
            <a:endParaRPr lang="nl-NL"/>
          </a:p>
        </p:txBody>
      </p:sp>
      <p:pic>
        <p:nvPicPr>
          <p:cNvPr id="6" name="Logo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36" y="915007"/>
            <a:ext cx="4031973" cy="984615"/>
          </a:xfrm>
          <a:prstGeom prst="rect">
            <a:avLst/>
          </a:prstGeom>
        </p:spPr>
      </p:pic>
      <p:sp>
        <p:nvSpPr>
          <p:cNvPr id="7" name="Ondertitel">
            <a:extLst>
              <a:ext uri="{FF2B5EF4-FFF2-40B4-BE49-F238E27FC236}">
                <a16:creationId xmlns:a16="http://schemas.microsoft.com/office/drawing/2014/main" id="{5A67F249-E426-4913-A7A1-0DC6C47F6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336" y="3613526"/>
            <a:ext cx="9601200" cy="1234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8F44797-10EF-4356-B568-4F79B1B9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36" y="2813448"/>
            <a:ext cx="9600000" cy="615553"/>
          </a:xfrm>
          <a:prstGeom prst="rect">
            <a:avLst/>
          </a:prstGeom>
        </p:spPr>
        <p:txBody>
          <a:bodyPr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4804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10927F8C-5A80-4319-BDBF-9A3AB013874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517030" y="6356351"/>
            <a:ext cx="10837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2DBBD6E-4801-4C8F-8ED0-C2AF858A61AA}" type="datetime1">
              <a:rPr lang="en-US" smtClean="0"/>
              <a:t>4/13/2026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490227BA-4906-4781-8AD2-5643A02088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00967" y="6356351"/>
            <a:ext cx="7412368" cy="3661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1A1E9383-ECE6-4B18-8D0E-B56E497240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07534" y="6356351"/>
            <a:ext cx="6011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9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151" y="375143"/>
            <a:ext cx="876300" cy="1328455"/>
          </a:xfrm>
          <a:prstGeom prst="rect">
            <a:avLst/>
          </a:prstGeom>
        </p:spPr>
      </p:pic>
      <p:sp>
        <p:nvSpPr>
          <p:cNvPr id="11" name="Titeldecoratie"/>
          <p:cNvSpPr/>
          <p:nvPr userDrawn="1"/>
        </p:nvSpPr>
        <p:spPr>
          <a:xfrm>
            <a:off x="705523" y="4640332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Ondertitel">
            <a:extLst>
              <a:ext uri="{FF2B5EF4-FFF2-40B4-BE49-F238E27FC236}">
                <a16:creationId xmlns:a16="http://schemas.microsoft.com/office/drawing/2014/main" id="{3C731FDD-BD4E-40B2-B5C7-E1DB10585B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1184" y="5213003"/>
            <a:ext cx="9599083" cy="975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000763" y="4444657"/>
            <a:ext cx="9600000" cy="615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7290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>
              <a:solidFill>
                <a:schemeClr val="bg1"/>
              </a:solidFill>
            </a:endParaRP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D539146E-4701-437B-BCA5-5AC8EE309AC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516534" y="6356351"/>
            <a:ext cx="10837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734E01-D590-442B-B31B-FE10FED18193}" type="datetime1">
              <a:rPr lang="en-US" smtClean="0"/>
              <a:t>4/13/2026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B785231E-3480-411A-8355-2793DB32CC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1A9E668B-D224-466A-89CE-5C3C945EE6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90600" y="6356351"/>
            <a:ext cx="6011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5" name="Afbeelding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8922667" cy="47593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6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151" y="375143"/>
            <a:ext cx="876300" cy="1328455"/>
          </a:xfrm>
          <a:prstGeom prst="rect">
            <a:avLst/>
          </a:prstGeom>
        </p:spPr>
      </p:pic>
      <p:sp>
        <p:nvSpPr>
          <p:cNvPr id="13" name="Titeldecoratie"/>
          <p:cNvSpPr/>
          <p:nvPr userDrawn="1"/>
        </p:nvSpPr>
        <p:spPr>
          <a:xfrm>
            <a:off x="705523" y="5150101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5CA13914-06A2-46D7-A98A-1CC2B2F056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1184" y="5687137"/>
            <a:ext cx="9599083" cy="6140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4" name="Titel"/>
          <p:cNvSpPr>
            <a:spLocks noGrp="1"/>
          </p:cNvSpPr>
          <p:nvPr>
            <p:ph type="title"/>
          </p:nvPr>
        </p:nvSpPr>
        <p:spPr>
          <a:xfrm>
            <a:off x="1000760" y="4954423"/>
            <a:ext cx="9600000" cy="6140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2511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9B40D12A-149A-4DCE-8C42-4088CD7A8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AB6A4D-1945-47DE-BAFF-682D7CF56FF2}" type="datetime1">
              <a:rPr lang="en-US" smtClean="0"/>
              <a:t>4/13/2026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E5A64523-357B-4B86-93CD-B3CF0626CB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B7CEBE79-820C-40D2-A38E-27E5CDBCA5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6" name="Inhoud">
            <a:extLst>
              <a:ext uri="{FF2B5EF4-FFF2-40B4-BE49-F238E27FC236}">
                <a16:creationId xmlns:a16="http://schemas.microsoft.com/office/drawing/2014/main" id="{CA2DE4A9-D9F4-4AE1-A336-BFCE81BB6F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4917" y="778933"/>
            <a:ext cx="10081683" cy="50990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668929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beelding links"/>
          <p:cNvSpPr>
            <a:spLocks noGrp="1"/>
          </p:cNvSpPr>
          <p:nvPr>
            <p:ph type="pic" sz="quarter" idx="13"/>
          </p:nvPr>
        </p:nvSpPr>
        <p:spPr>
          <a:xfrm>
            <a:off x="8" y="-2016"/>
            <a:ext cx="609397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Afbeelding rechts"/>
          <p:cNvSpPr>
            <a:spLocks noGrp="1"/>
          </p:cNvSpPr>
          <p:nvPr>
            <p:ph type="pic" sz="quarter" idx="15"/>
          </p:nvPr>
        </p:nvSpPr>
        <p:spPr>
          <a:xfrm>
            <a:off x="6093985" y="-2016"/>
            <a:ext cx="609397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teldecoratie"/>
          <p:cNvSpPr/>
          <p:nvPr/>
        </p:nvSpPr>
        <p:spPr>
          <a:xfrm>
            <a:off x="708085" y="386968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8" name="Tekst"/>
          <p:cNvSpPr>
            <a:spLocks noGrp="1"/>
          </p:cNvSpPr>
          <p:nvPr>
            <p:ph type="body" sz="quarter" idx="17"/>
          </p:nvPr>
        </p:nvSpPr>
        <p:spPr>
          <a:xfrm flipH="1">
            <a:off x="814917" y="4552633"/>
            <a:ext cx="10081683" cy="143224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">
            <a:extLst>
              <a:ext uri="{FF2B5EF4-FFF2-40B4-BE49-F238E27FC236}">
                <a16:creationId xmlns:a16="http://schemas.microsoft.com/office/drawing/2014/main" id="{C9D2C67F-4BD6-45C2-9C96-FE2566BA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8" y="3705034"/>
            <a:ext cx="10124733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85DDF9D-2B17-4DED-9512-9F8A7A57FE3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E5C9FBB-E996-401B-A15A-B30463621E74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90DEEB3-09D2-4333-9FF1-5461D5D3E9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B914B9-9F1D-4C1D-AE7E-826397420B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208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8112003" y="3435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4084860" y="3435349"/>
            <a:ext cx="403199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7" y="3435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8467795E-BE0E-47E8-BCC2-D151E59EDFF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D86A16-1316-40EA-ACBE-8B2631E6FF9F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B2430F08-8263-4811-BC43-F87BF48A78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7A01C895-BF20-46EC-ABA8-DD9B24E77D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957712" y="1595121"/>
            <a:ext cx="10226755" cy="14724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2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63" y="775568"/>
            <a:ext cx="10005904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22701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8112003" y="6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4084860" y="6349"/>
            <a:ext cx="403199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7" y="6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B4F857FD-BFB3-4545-8692-90B5660878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411F2CB-B58B-4B3B-99BD-F8BF469ACBEE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86AFB18C-1EA8-418B-921A-DF7ADE25FA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4148FFCD-33EC-4B70-AB72-C959479C0C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6" name="Titeldecoratie"/>
          <p:cNvSpPr/>
          <p:nvPr/>
        </p:nvSpPr>
        <p:spPr>
          <a:xfrm>
            <a:off x="708085" y="37579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814917" y="4439921"/>
            <a:ext cx="10081683" cy="14724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20368"/>
            <a:ext cx="10081683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7296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8" y="0"/>
            <a:ext cx="6093977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7D99692A-D52A-4A80-B7FC-3D6FDD8266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BD780B-88DC-493B-A593-4A4CB2D84C3B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322DF50-32EF-41B2-8EA1-3A3486DA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CDB85868-4AF2-4121-8E41-546A5A0F3C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teldecoratie"/>
          <p:cNvSpPr/>
          <p:nvPr/>
        </p:nvSpPr>
        <p:spPr>
          <a:xfrm>
            <a:off x="6806567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7056198" y="1595121"/>
            <a:ext cx="3840401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AD873CB-895E-4138-8DAB-6B7F9156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200" y="734612"/>
            <a:ext cx="3840401" cy="61555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7721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6098030" y="0"/>
            <a:ext cx="6093977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8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3" name="Datum">
            <a:extLst>
              <a:ext uri="{FF2B5EF4-FFF2-40B4-BE49-F238E27FC236}">
                <a16:creationId xmlns:a16="http://schemas.microsoft.com/office/drawing/2014/main" id="{9D31CFC5-410C-4748-B6C7-A722E69497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19B05D6-86B8-4218-9682-953FF99C49E4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CB614FB-0599-4F33-AE24-A266A79E9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F7361324-3AD2-4A1C-B9DE-436592B7E8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4" name="Tekst"/>
          <p:cNvSpPr>
            <a:spLocks noGrp="1"/>
          </p:cNvSpPr>
          <p:nvPr>
            <p:ph type="body" sz="quarter" idx="11"/>
          </p:nvPr>
        </p:nvSpPr>
        <p:spPr>
          <a:xfrm flipH="1">
            <a:off x="800299" y="1595121"/>
            <a:ext cx="4815648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">
            <a:extLst>
              <a:ext uri="{FF2B5EF4-FFF2-40B4-BE49-F238E27FC236}">
                <a16:creationId xmlns:a16="http://schemas.microsoft.com/office/drawing/2014/main" id="{6D366FD9-FE48-4E10-8BCE-1292B60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300" y="325969"/>
            <a:ext cx="4815648" cy="132503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8353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68A5FA88-603D-448E-A991-878A5BF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4080C-BA09-4263-8B37-85DB698DA235}" type="datetime1">
              <a:rPr lang="en-US" smtClean="0"/>
              <a:t>4/13/2026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C447EC34-3FCD-4AF9-93D4-2F7E44A3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3FB4A23C-1705-4B39-9C44-37CD7099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9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12" name="Titeldecoratie"/>
          <p:cNvSpPr/>
          <p:nvPr/>
        </p:nvSpPr>
        <p:spPr>
          <a:xfrm>
            <a:off x="705523" y="914999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BA0D956-0B37-4F2B-BD64-4682BAE8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647702"/>
            <a:ext cx="10096300" cy="1325033"/>
          </a:xfrm>
        </p:spPr>
        <p:txBody>
          <a:bodyPr anchor="t"/>
          <a:lstStyle>
            <a:lvl1pPr>
              <a:spcBef>
                <a:spcPts val="1600"/>
              </a:spcBef>
              <a:defRPr i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13227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blauwe 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uwe balk"/>
          <p:cNvSpPr/>
          <p:nvPr/>
        </p:nvSpPr>
        <p:spPr>
          <a:xfrm>
            <a:off x="0" y="4"/>
            <a:ext cx="12192000" cy="21335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9" name="Titeldecoratie"/>
          <p:cNvSpPr/>
          <p:nvPr/>
        </p:nvSpPr>
        <p:spPr>
          <a:xfrm>
            <a:off x="708085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48FD308B-A17C-459D-AD21-0988223F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A6F08B07-1555-4E47-8951-0ECAD9F5A3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14918" y="2110127"/>
            <a:ext cx="10096500" cy="376785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88747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ks in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8" name="Rechthoek 17"/>
          <p:cNvSpPr/>
          <p:nvPr/>
        </p:nvSpPr>
        <p:spPr>
          <a:xfrm>
            <a:off x="708085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800296" y="1595121"/>
            <a:ext cx="4896755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E799FC-BB9B-4680-9378-7D7DAE7A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325969"/>
            <a:ext cx="4896753" cy="132503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59847E-1AEB-4364-9B40-CB9FE59D213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437D89-8F6D-4346-831F-8A669749D0AA}" type="datetime1">
              <a:rPr lang="en-US" smtClean="0"/>
              <a:t>4/13/2026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112DF11-8467-40DB-B310-0BE80520F9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71B7FDD-8445-4B6C-928C-42E20728C1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390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5" name="Logo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2" name="Datum">
            <a:extLst>
              <a:ext uri="{FF2B5EF4-FFF2-40B4-BE49-F238E27FC236}">
                <a16:creationId xmlns:a16="http://schemas.microsoft.com/office/drawing/2014/main" id="{E2087E8A-EBF1-4939-A6EC-C8B71CD1F23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202C83-CF6B-4CB4-A3C5-136B676E759A}" type="datetime1">
              <a:rPr lang="en-US" smtClean="0"/>
              <a:t>4/13/2026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51ABAC98-76D6-4AA2-8123-35DE7B9C5D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F035DCDC-840A-41D8-8CF0-86E58D1BED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0322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beelding"/>
          <p:cNvSpPr>
            <a:spLocks noGrp="1"/>
          </p:cNvSpPr>
          <p:nvPr>
            <p:ph type="pic" sz="quarter" idx="13"/>
          </p:nvPr>
        </p:nvSpPr>
        <p:spPr>
          <a:xfrm>
            <a:off x="0" y="8483"/>
            <a:ext cx="12192000" cy="44307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6D906BA2-E053-48E4-AB1A-B98F822F373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3A86145-E806-4748-B60F-3B208FA67D04}" type="datetime1">
              <a:rPr lang="en-US" smtClean="0"/>
              <a:t>4/13/2026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9EFAB82E-0F83-4580-84EB-A0052930C7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E4E548A3-BE10-43A7-8499-801A7AA2EC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9" name="Tekst"/>
          <p:cNvSpPr>
            <a:spLocks noGrp="1"/>
          </p:cNvSpPr>
          <p:nvPr>
            <p:ph type="body" sz="quarter" idx="12" hasCustomPrompt="1"/>
          </p:nvPr>
        </p:nvSpPr>
        <p:spPr>
          <a:xfrm>
            <a:off x="708086" y="4927953"/>
            <a:ext cx="10476381" cy="105692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667" b="0"/>
            </a:lvl1pPr>
            <a:lvl2pPr marL="609585" indent="0">
              <a:buNone/>
              <a:defRPr sz="2667" b="1"/>
            </a:lvl2pPr>
            <a:lvl3pPr marL="1219170" indent="0">
              <a:buNone/>
              <a:defRPr sz="2667" b="1"/>
            </a:lvl3pPr>
            <a:lvl4pPr marL="1828754" indent="0">
              <a:buNone/>
              <a:defRPr sz="2667" b="1"/>
            </a:lvl4pPr>
            <a:lvl5pPr marL="2438339" indent="0">
              <a:buNone/>
              <a:defRPr sz="2667" b="1"/>
            </a:lvl5pPr>
          </a:lstStyle>
          <a:p>
            <a:pPr lvl="0"/>
            <a:r>
              <a:rPr lang="en-US" err="1"/>
              <a:t>Bijschrift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8643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7950-1FC4-4886-986A-1438624A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4F72-33B9-4570-88CD-D787C30A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68B4-BBE4-4E94-B026-D29791D6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F321-131A-4464-B26F-3DE164580998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8DE4D-8757-4E7D-A2F2-1ECD998D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BB35B-CFC7-4BC2-9830-188AD1BD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F747-8C7E-42F0-ABD7-47587DAC082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74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5FF5-F209-48FF-8F63-889658338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A6E54-DED3-48F4-ADA5-D43F1ECB8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2387-4818-4980-8536-928E8A30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7EB0-489E-4691-ADF0-E061285BBA69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8271-C5DF-482E-834E-348D9B0A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DC279-59BC-470D-8EFC-ACC7FF4A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F747-8C7E-42F0-ABD7-47587DAC082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79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A157B720-52B7-804C-A0D3-E1214CD524D4}"/>
              </a:ext>
            </a:extLst>
          </p:cNvPr>
          <p:cNvSpPr/>
          <p:nvPr userDrawn="1"/>
        </p:nvSpPr>
        <p:spPr>
          <a:xfrm>
            <a:off x="0" y="2"/>
            <a:ext cx="6096000" cy="5661025"/>
          </a:xfrm>
          <a:prstGeom prst="rect">
            <a:avLst/>
          </a:prstGeom>
          <a:solidFill>
            <a:srgbClr val="ED0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48753-774D-8743-964C-36B63EB18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5" y="476253"/>
            <a:ext cx="5040311" cy="3566407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BE572-709C-644D-AC4C-63C4300BE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4" y="4374076"/>
            <a:ext cx="5038381" cy="365125"/>
          </a:xfrm>
        </p:spPr>
        <p:txBody>
          <a:bodyPr>
            <a:normAutofit/>
          </a:bodyPr>
          <a:lstStyle>
            <a:lvl1pPr marL="0" indent="0" algn="l">
              <a:buNone/>
              <a:defRPr sz="21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9EA1FD-E0A8-2242-A5C3-2C1FF8B369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77" y="4714323"/>
            <a:ext cx="5040299" cy="3651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100" b="0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F5BB4F2-4F6D-2443-9267-1938424A8A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2"/>
            <a:ext cx="6096000" cy="56610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9CD55D-D706-2F41-A5BD-14240E79B9CE}"/>
              </a:ext>
            </a:extLst>
          </p:cNvPr>
          <p:cNvGrpSpPr/>
          <p:nvPr userDrawn="1"/>
        </p:nvGrpSpPr>
        <p:grpSpPr>
          <a:xfrm>
            <a:off x="550866" y="6001272"/>
            <a:ext cx="1898159" cy="463885"/>
            <a:chOff x="612356" y="5989450"/>
            <a:chExt cx="1898159" cy="463885"/>
          </a:xfrm>
        </p:grpSpPr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B7FA90FF-C68E-1E45-8E83-1534D026AC0F}"/>
                </a:ext>
              </a:extLst>
            </p:cNvPr>
            <p:cNvSpPr/>
            <p:nvPr userDrawn="1"/>
          </p:nvSpPr>
          <p:spPr>
            <a:xfrm>
              <a:off x="765063" y="5992444"/>
              <a:ext cx="76391" cy="190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30A6A744-722A-F445-8733-37C519CF8B65}"/>
                </a:ext>
              </a:extLst>
            </p:cNvPr>
            <p:cNvSpPr/>
            <p:nvPr userDrawn="1"/>
          </p:nvSpPr>
          <p:spPr>
            <a:xfrm>
              <a:off x="765063" y="6258933"/>
              <a:ext cx="76391" cy="19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6AB8E0E4-4143-B142-939F-21D1A2F68B8D}"/>
                </a:ext>
              </a:extLst>
            </p:cNvPr>
            <p:cNvSpPr/>
            <p:nvPr userDrawn="1"/>
          </p:nvSpPr>
          <p:spPr>
            <a:xfrm>
              <a:off x="612356" y="5992444"/>
              <a:ext cx="76391" cy="458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1FD02E03-8E28-5F4C-A93B-6BD1EA6D061B}"/>
                </a:ext>
              </a:extLst>
            </p:cNvPr>
            <p:cNvSpPr/>
            <p:nvPr userDrawn="1"/>
          </p:nvSpPr>
          <p:spPr>
            <a:xfrm>
              <a:off x="917770" y="5992444"/>
              <a:ext cx="229211" cy="343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799"/>
                    <a:pt x="10801" y="16799"/>
                  </a:cubicBezTo>
                  <a:cubicBezTo>
                    <a:pt x="8807" y="16799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4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0F42141-6C0F-3C42-80F0-19E25BB873AE}"/>
                </a:ext>
              </a:extLst>
            </p:cNvPr>
            <p:cNvSpPr/>
            <p:nvPr userDrawn="1"/>
          </p:nvSpPr>
          <p:spPr>
            <a:xfrm>
              <a:off x="1299537" y="5989450"/>
              <a:ext cx="1210978" cy="195118"/>
            </a:xfrm>
            <a:custGeom>
              <a:avLst/>
              <a:gdLst>
                <a:gd name="connsiteX0" fmla="*/ 1045838 w 1210978"/>
                <a:gd name="connsiteY0" fmla="*/ 29584 h 195118"/>
                <a:gd name="connsiteX1" fmla="*/ 1030072 w 1210978"/>
                <a:gd name="connsiteY1" fmla="*/ 46431 h 195118"/>
                <a:gd name="connsiteX2" fmla="*/ 1030072 w 1210978"/>
                <a:gd name="connsiteY2" fmla="*/ 148696 h 195118"/>
                <a:gd name="connsiteX3" fmla="*/ 1045838 w 1210978"/>
                <a:gd name="connsiteY3" fmla="*/ 165281 h 195118"/>
                <a:gd name="connsiteX4" fmla="*/ 1061587 w 1210978"/>
                <a:gd name="connsiteY4" fmla="*/ 148696 h 195118"/>
                <a:gd name="connsiteX5" fmla="*/ 1061587 w 1210978"/>
                <a:gd name="connsiteY5" fmla="*/ 46431 h 195118"/>
                <a:gd name="connsiteX6" fmla="*/ 1045838 w 1210978"/>
                <a:gd name="connsiteY6" fmla="*/ 29584 h 195118"/>
                <a:gd name="connsiteX7" fmla="*/ 918583 w 1210978"/>
                <a:gd name="connsiteY7" fmla="*/ 29584 h 195118"/>
                <a:gd name="connsiteX8" fmla="*/ 902830 w 1210978"/>
                <a:gd name="connsiteY8" fmla="*/ 46431 h 195118"/>
                <a:gd name="connsiteX9" fmla="*/ 902830 w 1210978"/>
                <a:gd name="connsiteY9" fmla="*/ 148696 h 195118"/>
                <a:gd name="connsiteX10" fmla="*/ 918583 w 1210978"/>
                <a:gd name="connsiteY10" fmla="*/ 165281 h 195118"/>
                <a:gd name="connsiteX11" fmla="*/ 934332 w 1210978"/>
                <a:gd name="connsiteY11" fmla="*/ 148696 h 195118"/>
                <a:gd name="connsiteX12" fmla="*/ 934332 w 1210978"/>
                <a:gd name="connsiteY12" fmla="*/ 46431 h 195118"/>
                <a:gd name="connsiteX13" fmla="*/ 918583 w 1210978"/>
                <a:gd name="connsiteY13" fmla="*/ 29584 h 195118"/>
                <a:gd name="connsiteX14" fmla="*/ 174510 w 1210978"/>
                <a:gd name="connsiteY14" fmla="*/ 29584 h 195118"/>
                <a:gd name="connsiteX15" fmla="*/ 158757 w 1210978"/>
                <a:gd name="connsiteY15" fmla="*/ 46431 h 195118"/>
                <a:gd name="connsiteX16" fmla="*/ 158757 w 1210978"/>
                <a:gd name="connsiteY16" fmla="*/ 148696 h 195118"/>
                <a:gd name="connsiteX17" fmla="*/ 174510 w 1210978"/>
                <a:gd name="connsiteY17" fmla="*/ 165281 h 195118"/>
                <a:gd name="connsiteX18" fmla="*/ 190272 w 1210978"/>
                <a:gd name="connsiteY18" fmla="*/ 148696 h 195118"/>
                <a:gd name="connsiteX19" fmla="*/ 190272 w 1210978"/>
                <a:gd name="connsiteY19" fmla="*/ 46431 h 195118"/>
                <a:gd name="connsiteX20" fmla="*/ 174510 w 1210978"/>
                <a:gd name="connsiteY20" fmla="*/ 29584 h 195118"/>
                <a:gd name="connsiteX21" fmla="*/ 1125839 w 1210978"/>
                <a:gd name="connsiteY21" fmla="*/ 2994 h 195118"/>
                <a:gd name="connsiteX22" fmla="*/ 1157352 w 1210978"/>
                <a:gd name="connsiteY22" fmla="*/ 2994 h 195118"/>
                <a:gd name="connsiteX23" fmla="*/ 1157352 w 1210978"/>
                <a:gd name="connsiteY23" fmla="*/ 164396 h 195118"/>
                <a:gd name="connsiteX24" fmla="*/ 1210978 w 1210978"/>
                <a:gd name="connsiteY24" fmla="*/ 164396 h 195118"/>
                <a:gd name="connsiteX25" fmla="*/ 1210978 w 1210978"/>
                <a:gd name="connsiteY25" fmla="*/ 193688 h 195118"/>
                <a:gd name="connsiteX26" fmla="*/ 1125839 w 1210978"/>
                <a:gd name="connsiteY26" fmla="*/ 193688 h 195118"/>
                <a:gd name="connsiteX27" fmla="*/ 744072 w 1210978"/>
                <a:gd name="connsiteY27" fmla="*/ 2994 h 195118"/>
                <a:gd name="connsiteX28" fmla="*/ 775587 w 1210978"/>
                <a:gd name="connsiteY28" fmla="*/ 2994 h 195118"/>
                <a:gd name="connsiteX29" fmla="*/ 775587 w 1210978"/>
                <a:gd name="connsiteY29" fmla="*/ 82026 h 195118"/>
                <a:gd name="connsiteX30" fmla="*/ 807101 w 1210978"/>
                <a:gd name="connsiteY30" fmla="*/ 82026 h 195118"/>
                <a:gd name="connsiteX31" fmla="*/ 807101 w 1210978"/>
                <a:gd name="connsiteY31" fmla="*/ 2994 h 195118"/>
                <a:gd name="connsiteX32" fmla="*/ 838603 w 1210978"/>
                <a:gd name="connsiteY32" fmla="*/ 2994 h 195118"/>
                <a:gd name="connsiteX33" fmla="*/ 838603 w 1210978"/>
                <a:gd name="connsiteY33" fmla="*/ 193688 h 195118"/>
                <a:gd name="connsiteX34" fmla="*/ 807101 w 1210978"/>
                <a:gd name="connsiteY34" fmla="*/ 193688 h 195118"/>
                <a:gd name="connsiteX35" fmla="*/ 807101 w 1210978"/>
                <a:gd name="connsiteY35" fmla="*/ 111328 h 195118"/>
                <a:gd name="connsiteX36" fmla="*/ 775587 w 1210978"/>
                <a:gd name="connsiteY36" fmla="*/ 111328 h 195118"/>
                <a:gd name="connsiteX37" fmla="*/ 775587 w 1210978"/>
                <a:gd name="connsiteY37" fmla="*/ 193688 h 195118"/>
                <a:gd name="connsiteX38" fmla="*/ 744072 w 1210978"/>
                <a:gd name="connsiteY38" fmla="*/ 193688 h 195118"/>
                <a:gd name="connsiteX39" fmla="*/ 381767 w 1210978"/>
                <a:gd name="connsiteY39" fmla="*/ 2994 h 195118"/>
                <a:gd name="connsiteX40" fmla="*/ 466881 w 1210978"/>
                <a:gd name="connsiteY40" fmla="*/ 2994 h 195118"/>
                <a:gd name="connsiteX41" fmla="*/ 466881 w 1210978"/>
                <a:gd name="connsiteY41" fmla="*/ 32287 h 195118"/>
                <a:gd name="connsiteX42" fmla="*/ 413255 w 1210978"/>
                <a:gd name="connsiteY42" fmla="*/ 32287 h 195118"/>
                <a:gd name="connsiteX43" fmla="*/ 413255 w 1210978"/>
                <a:gd name="connsiteY43" fmla="*/ 82026 h 195118"/>
                <a:gd name="connsiteX44" fmla="*/ 458602 w 1210978"/>
                <a:gd name="connsiteY44" fmla="*/ 82026 h 195118"/>
                <a:gd name="connsiteX45" fmla="*/ 458602 w 1210978"/>
                <a:gd name="connsiteY45" fmla="*/ 111328 h 195118"/>
                <a:gd name="connsiteX46" fmla="*/ 413255 w 1210978"/>
                <a:gd name="connsiteY46" fmla="*/ 111328 h 195118"/>
                <a:gd name="connsiteX47" fmla="*/ 413255 w 1210978"/>
                <a:gd name="connsiteY47" fmla="*/ 164396 h 195118"/>
                <a:gd name="connsiteX48" fmla="*/ 466881 w 1210978"/>
                <a:gd name="connsiteY48" fmla="*/ 164396 h 195118"/>
                <a:gd name="connsiteX49" fmla="*/ 466881 w 1210978"/>
                <a:gd name="connsiteY49" fmla="*/ 193688 h 195118"/>
                <a:gd name="connsiteX50" fmla="*/ 381767 w 1210978"/>
                <a:gd name="connsiteY50" fmla="*/ 193688 h 195118"/>
                <a:gd name="connsiteX51" fmla="*/ 0 w 1210978"/>
                <a:gd name="connsiteY51" fmla="*/ 2994 h 195118"/>
                <a:gd name="connsiteX52" fmla="*/ 31515 w 1210978"/>
                <a:gd name="connsiteY52" fmla="*/ 2994 h 195118"/>
                <a:gd name="connsiteX53" fmla="*/ 31515 w 1210978"/>
                <a:gd name="connsiteY53" fmla="*/ 82026 h 195118"/>
                <a:gd name="connsiteX54" fmla="*/ 63030 w 1210978"/>
                <a:gd name="connsiteY54" fmla="*/ 82026 h 195118"/>
                <a:gd name="connsiteX55" fmla="*/ 63030 w 1210978"/>
                <a:gd name="connsiteY55" fmla="*/ 2994 h 195118"/>
                <a:gd name="connsiteX56" fmla="*/ 94519 w 1210978"/>
                <a:gd name="connsiteY56" fmla="*/ 2994 h 195118"/>
                <a:gd name="connsiteX57" fmla="*/ 94519 w 1210978"/>
                <a:gd name="connsiteY57" fmla="*/ 193688 h 195118"/>
                <a:gd name="connsiteX58" fmla="*/ 63030 w 1210978"/>
                <a:gd name="connsiteY58" fmla="*/ 193688 h 195118"/>
                <a:gd name="connsiteX59" fmla="*/ 63030 w 1210978"/>
                <a:gd name="connsiteY59" fmla="*/ 111328 h 195118"/>
                <a:gd name="connsiteX60" fmla="*/ 31515 w 1210978"/>
                <a:gd name="connsiteY60" fmla="*/ 111328 h 195118"/>
                <a:gd name="connsiteX61" fmla="*/ 31515 w 1210978"/>
                <a:gd name="connsiteY61" fmla="*/ 193688 h 195118"/>
                <a:gd name="connsiteX62" fmla="*/ 0 w 1210978"/>
                <a:gd name="connsiteY62" fmla="*/ 193688 h 195118"/>
                <a:gd name="connsiteX63" fmla="*/ 1045838 w 1210978"/>
                <a:gd name="connsiteY63" fmla="*/ 0 h 195118"/>
                <a:gd name="connsiteX64" fmla="*/ 1093102 w 1210978"/>
                <a:gd name="connsiteY64" fmla="*/ 46431 h 195118"/>
                <a:gd name="connsiteX65" fmla="*/ 1093102 w 1210978"/>
                <a:gd name="connsiteY65" fmla="*/ 147585 h 195118"/>
                <a:gd name="connsiteX66" fmla="*/ 1045838 w 1210978"/>
                <a:gd name="connsiteY66" fmla="*/ 195118 h 195118"/>
                <a:gd name="connsiteX67" fmla="*/ 998583 w 1210978"/>
                <a:gd name="connsiteY67" fmla="*/ 148696 h 195118"/>
                <a:gd name="connsiteX68" fmla="*/ 998583 w 1210978"/>
                <a:gd name="connsiteY68" fmla="*/ 47533 h 195118"/>
                <a:gd name="connsiteX69" fmla="*/ 1045838 w 1210978"/>
                <a:gd name="connsiteY69" fmla="*/ 0 h 195118"/>
                <a:gd name="connsiteX70" fmla="*/ 918583 w 1210978"/>
                <a:gd name="connsiteY70" fmla="*/ 0 h 195118"/>
                <a:gd name="connsiteX71" fmla="*/ 965847 w 1210978"/>
                <a:gd name="connsiteY71" fmla="*/ 46431 h 195118"/>
                <a:gd name="connsiteX72" fmla="*/ 965847 w 1210978"/>
                <a:gd name="connsiteY72" fmla="*/ 147585 h 195118"/>
                <a:gd name="connsiteX73" fmla="*/ 918583 w 1210978"/>
                <a:gd name="connsiteY73" fmla="*/ 195118 h 195118"/>
                <a:gd name="connsiteX74" fmla="*/ 871328 w 1210978"/>
                <a:gd name="connsiteY74" fmla="*/ 148696 h 195118"/>
                <a:gd name="connsiteX75" fmla="*/ 871328 w 1210978"/>
                <a:gd name="connsiteY75" fmla="*/ 47533 h 195118"/>
                <a:gd name="connsiteX76" fmla="*/ 918583 w 1210978"/>
                <a:gd name="connsiteY76" fmla="*/ 0 h 195118"/>
                <a:gd name="connsiteX77" fmla="*/ 664081 w 1210978"/>
                <a:gd name="connsiteY77" fmla="*/ 0 h 195118"/>
                <a:gd name="connsiteX78" fmla="*/ 711347 w 1210978"/>
                <a:gd name="connsiteY78" fmla="*/ 46431 h 195118"/>
                <a:gd name="connsiteX79" fmla="*/ 711347 w 1210978"/>
                <a:gd name="connsiteY79" fmla="*/ 67442 h 195118"/>
                <a:gd name="connsiteX80" fmla="*/ 679832 w 1210978"/>
                <a:gd name="connsiteY80" fmla="*/ 67442 h 195118"/>
                <a:gd name="connsiteX81" fmla="*/ 679832 w 1210978"/>
                <a:gd name="connsiteY81" fmla="*/ 46431 h 195118"/>
                <a:gd name="connsiteX82" fmla="*/ 664081 w 1210978"/>
                <a:gd name="connsiteY82" fmla="*/ 29584 h 195118"/>
                <a:gd name="connsiteX83" fmla="*/ 648318 w 1210978"/>
                <a:gd name="connsiteY83" fmla="*/ 46431 h 195118"/>
                <a:gd name="connsiteX84" fmla="*/ 648318 w 1210978"/>
                <a:gd name="connsiteY84" fmla="*/ 148696 h 195118"/>
                <a:gd name="connsiteX85" fmla="*/ 664081 w 1210978"/>
                <a:gd name="connsiteY85" fmla="*/ 165281 h 195118"/>
                <a:gd name="connsiteX86" fmla="*/ 679832 w 1210978"/>
                <a:gd name="connsiteY86" fmla="*/ 148696 h 195118"/>
                <a:gd name="connsiteX87" fmla="*/ 679832 w 1210978"/>
                <a:gd name="connsiteY87" fmla="*/ 125481 h 195118"/>
                <a:gd name="connsiteX88" fmla="*/ 711347 w 1210978"/>
                <a:gd name="connsiteY88" fmla="*/ 125481 h 195118"/>
                <a:gd name="connsiteX89" fmla="*/ 711347 w 1210978"/>
                <a:gd name="connsiteY89" fmla="*/ 147585 h 195118"/>
                <a:gd name="connsiteX90" fmla="*/ 664081 w 1210978"/>
                <a:gd name="connsiteY90" fmla="*/ 195118 h 195118"/>
                <a:gd name="connsiteX91" fmla="*/ 616816 w 1210978"/>
                <a:gd name="connsiteY91" fmla="*/ 148696 h 195118"/>
                <a:gd name="connsiteX92" fmla="*/ 616816 w 1210978"/>
                <a:gd name="connsiteY92" fmla="*/ 47533 h 195118"/>
                <a:gd name="connsiteX93" fmla="*/ 664081 w 1210978"/>
                <a:gd name="connsiteY93" fmla="*/ 0 h 195118"/>
                <a:gd name="connsiteX94" fmla="*/ 540074 w 1210978"/>
                <a:gd name="connsiteY94" fmla="*/ 0 h 195118"/>
                <a:gd name="connsiteX95" fmla="*/ 587629 w 1210978"/>
                <a:gd name="connsiteY95" fmla="*/ 45320 h 195118"/>
                <a:gd name="connsiteX96" fmla="*/ 587629 w 1210978"/>
                <a:gd name="connsiteY96" fmla="*/ 58039 h 195118"/>
                <a:gd name="connsiteX97" fmla="*/ 555836 w 1210978"/>
                <a:gd name="connsiteY97" fmla="*/ 58039 h 195118"/>
                <a:gd name="connsiteX98" fmla="*/ 555836 w 1210978"/>
                <a:gd name="connsiteY98" fmla="*/ 45320 h 195118"/>
                <a:gd name="connsiteX99" fmla="*/ 540074 w 1210978"/>
                <a:gd name="connsiteY99" fmla="*/ 29584 h 195118"/>
                <a:gd name="connsiteX100" fmla="*/ 524056 w 1210978"/>
                <a:gd name="connsiteY100" fmla="*/ 45320 h 195118"/>
                <a:gd name="connsiteX101" fmla="*/ 524056 w 1210978"/>
                <a:gd name="connsiteY101" fmla="*/ 51679 h 195118"/>
                <a:gd name="connsiteX102" fmla="*/ 532890 w 1210978"/>
                <a:gd name="connsiteY102" fmla="*/ 69656 h 195118"/>
                <a:gd name="connsiteX103" fmla="*/ 570489 w 1210978"/>
                <a:gd name="connsiteY103" fmla="*/ 101154 h 195118"/>
                <a:gd name="connsiteX104" fmla="*/ 587629 w 1210978"/>
                <a:gd name="connsiteY104" fmla="*/ 135987 h 195118"/>
                <a:gd name="connsiteX105" fmla="*/ 587629 w 1210978"/>
                <a:gd name="connsiteY105" fmla="*/ 150901 h 195118"/>
                <a:gd name="connsiteX106" fmla="*/ 540074 w 1210978"/>
                <a:gd name="connsiteY106" fmla="*/ 195118 h 195118"/>
                <a:gd name="connsiteX107" fmla="*/ 492554 w 1210978"/>
                <a:gd name="connsiteY107" fmla="*/ 151452 h 195118"/>
                <a:gd name="connsiteX108" fmla="*/ 492554 w 1210978"/>
                <a:gd name="connsiteY108" fmla="*/ 138182 h 195118"/>
                <a:gd name="connsiteX109" fmla="*/ 524056 w 1210978"/>
                <a:gd name="connsiteY109" fmla="*/ 138182 h 195118"/>
                <a:gd name="connsiteX110" fmla="*/ 524056 w 1210978"/>
                <a:gd name="connsiteY110" fmla="*/ 148696 h 195118"/>
                <a:gd name="connsiteX111" fmla="*/ 540074 w 1210978"/>
                <a:gd name="connsiteY111" fmla="*/ 165281 h 195118"/>
                <a:gd name="connsiteX112" fmla="*/ 555836 w 1210978"/>
                <a:gd name="connsiteY112" fmla="*/ 148696 h 195118"/>
                <a:gd name="connsiteX113" fmla="*/ 555836 w 1210978"/>
                <a:gd name="connsiteY113" fmla="*/ 142066 h 195118"/>
                <a:gd name="connsiteX114" fmla="*/ 546166 w 1210978"/>
                <a:gd name="connsiteY114" fmla="*/ 121055 h 195118"/>
                <a:gd name="connsiteX115" fmla="*/ 508571 w 1210978"/>
                <a:gd name="connsiteY115" fmla="*/ 89547 h 195118"/>
                <a:gd name="connsiteX116" fmla="*/ 492554 w 1210978"/>
                <a:gd name="connsiteY116" fmla="*/ 54724 h 195118"/>
                <a:gd name="connsiteX117" fmla="*/ 492554 w 1210978"/>
                <a:gd name="connsiteY117" fmla="*/ 45320 h 195118"/>
                <a:gd name="connsiteX118" fmla="*/ 540074 w 1210978"/>
                <a:gd name="connsiteY118" fmla="*/ 0 h 195118"/>
                <a:gd name="connsiteX119" fmla="*/ 301766 w 1210978"/>
                <a:gd name="connsiteY119" fmla="*/ 0 h 195118"/>
                <a:gd name="connsiteX120" fmla="*/ 349030 w 1210978"/>
                <a:gd name="connsiteY120" fmla="*/ 46431 h 195118"/>
                <a:gd name="connsiteX121" fmla="*/ 349030 w 1210978"/>
                <a:gd name="connsiteY121" fmla="*/ 60252 h 195118"/>
                <a:gd name="connsiteX122" fmla="*/ 317528 w 1210978"/>
                <a:gd name="connsiteY122" fmla="*/ 60252 h 195118"/>
                <a:gd name="connsiteX123" fmla="*/ 317528 w 1210978"/>
                <a:gd name="connsiteY123" fmla="*/ 46431 h 195118"/>
                <a:gd name="connsiteX124" fmla="*/ 301766 w 1210978"/>
                <a:gd name="connsiteY124" fmla="*/ 29584 h 195118"/>
                <a:gd name="connsiteX125" fmla="*/ 286013 w 1210978"/>
                <a:gd name="connsiteY125" fmla="*/ 46431 h 195118"/>
                <a:gd name="connsiteX126" fmla="*/ 286013 w 1210978"/>
                <a:gd name="connsiteY126" fmla="*/ 148696 h 195118"/>
                <a:gd name="connsiteX127" fmla="*/ 301766 w 1210978"/>
                <a:gd name="connsiteY127" fmla="*/ 165281 h 195118"/>
                <a:gd name="connsiteX128" fmla="*/ 317528 w 1210978"/>
                <a:gd name="connsiteY128" fmla="*/ 148696 h 195118"/>
                <a:gd name="connsiteX129" fmla="*/ 317528 w 1210978"/>
                <a:gd name="connsiteY129" fmla="*/ 113873 h 195118"/>
                <a:gd name="connsiteX130" fmla="*/ 299841 w 1210978"/>
                <a:gd name="connsiteY130" fmla="*/ 113873 h 195118"/>
                <a:gd name="connsiteX131" fmla="*/ 299841 w 1210978"/>
                <a:gd name="connsiteY131" fmla="*/ 85401 h 195118"/>
                <a:gd name="connsiteX132" fmla="*/ 349030 w 1210978"/>
                <a:gd name="connsiteY132" fmla="*/ 85401 h 195118"/>
                <a:gd name="connsiteX133" fmla="*/ 349030 w 1210978"/>
                <a:gd name="connsiteY133" fmla="*/ 147585 h 195118"/>
                <a:gd name="connsiteX134" fmla="*/ 301766 w 1210978"/>
                <a:gd name="connsiteY134" fmla="*/ 195118 h 195118"/>
                <a:gd name="connsiteX135" fmla="*/ 254511 w 1210978"/>
                <a:gd name="connsiteY135" fmla="*/ 148696 h 195118"/>
                <a:gd name="connsiteX136" fmla="*/ 254511 w 1210978"/>
                <a:gd name="connsiteY136" fmla="*/ 47533 h 195118"/>
                <a:gd name="connsiteX137" fmla="*/ 301766 w 1210978"/>
                <a:gd name="connsiteY137" fmla="*/ 0 h 195118"/>
                <a:gd name="connsiteX138" fmla="*/ 174510 w 1210978"/>
                <a:gd name="connsiteY138" fmla="*/ 0 h 195118"/>
                <a:gd name="connsiteX139" fmla="*/ 221774 w 1210978"/>
                <a:gd name="connsiteY139" fmla="*/ 46431 h 195118"/>
                <a:gd name="connsiteX140" fmla="*/ 221774 w 1210978"/>
                <a:gd name="connsiteY140" fmla="*/ 147585 h 195118"/>
                <a:gd name="connsiteX141" fmla="*/ 174510 w 1210978"/>
                <a:gd name="connsiteY141" fmla="*/ 195118 h 195118"/>
                <a:gd name="connsiteX142" fmla="*/ 127255 w 1210978"/>
                <a:gd name="connsiteY142" fmla="*/ 148696 h 195118"/>
                <a:gd name="connsiteX143" fmla="*/ 127255 w 1210978"/>
                <a:gd name="connsiteY143" fmla="*/ 47533 h 195118"/>
                <a:gd name="connsiteX144" fmla="*/ 174510 w 1210978"/>
                <a:gd name="connsiteY144" fmla="*/ 0 h 19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210978" h="195118">
                  <a:moveTo>
                    <a:pt x="1045838" y="29584"/>
                  </a:moveTo>
                  <a:cubicBezTo>
                    <a:pt x="1036167" y="29584"/>
                    <a:pt x="1030072" y="35925"/>
                    <a:pt x="1030072" y="46431"/>
                  </a:cubicBezTo>
                  <a:lnTo>
                    <a:pt x="1030072" y="148696"/>
                  </a:lnTo>
                  <a:cubicBezTo>
                    <a:pt x="1030072" y="159193"/>
                    <a:pt x="1036167" y="165281"/>
                    <a:pt x="1045838" y="165281"/>
                  </a:cubicBezTo>
                  <a:cubicBezTo>
                    <a:pt x="1055509" y="165281"/>
                    <a:pt x="1061587" y="159193"/>
                    <a:pt x="1061587" y="148696"/>
                  </a:cubicBezTo>
                  <a:cubicBezTo>
                    <a:pt x="1061587" y="148696"/>
                    <a:pt x="1061587" y="46431"/>
                    <a:pt x="1061587" y="46431"/>
                  </a:cubicBezTo>
                  <a:cubicBezTo>
                    <a:pt x="1061587" y="35925"/>
                    <a:pt x="1055509" y="29584"/>
                    <a:pt x="1045838" y="29584"/>
                  </a:cubicBezTo>
                  <a:close/>
                  <a:moveTo>
                    <a:pt x="918583" y="29584"/>
                  </a:moveTo>
                  <a:cubicBezTo>
                    <a:pt x="908912" y="29584"/>
                    <a:pt x="902830" y="35925"/>
                    <a:pt x="902830" y="46431"/>
                  </a:cubicBezTo>
                  <a:lnTo>
                    <a:pt x="902830" y="148696"/>
                  </a:lnTo>
                  <a:cubicBezTo>
                    <a:pt x="902830" y="159193"/>
                    <a:pt x="908912" y="165281"/>
                    <a:pt x="918583" y="165281"/>
                  </a:cubicBezTo>
                  <a:cubicBezTo>
                    <a:pt x="928254" y="165281"/>
                    <a:pt x="934332" y="159193"/>
                    <a:pt x="934332" y="148696"/>
                  </a:cubicBezTo>
                  <a:cubicBezTo>
                    <a:pt x="934332" y="148696"/>
                    <a:pt x="934332" y="46431"/>
                    <a:pt x="934332" y="46431"/>
                  </a:cubicBezTo>
                  <a:cubicBezTo>
                    <a:pt x="934332" y="35925"/>
                    <a:pt x="928254" y="29584"/>
                    <a:pt x="918583" y="29584"/>
                  </a:cubicBezTo>
                  <a:close/>
                  <a:moveTo>
                    <a:pt x="174510" y="29584"/>
                  </a:moveTo>
                  <a:cubicBezTo>
                    <a:pt x="164839" y="29584"/>
                    <a:pt x="158757" y="35925"/>
                    <a:pt x="158757" y="46431"/>
                  </a:cubicBezTo>
                  <a:lnTo>
                    <a:pt x="158757" y="148696"/>
                  </a:lnTo>
                  <a:cubicBezTo>
                    <a:pt x="158757" y="159193"/>
                    <a:pt x="164839" y="165281"/>
                    <a:pt x="174510" y="165281"/>
                  </a:cubicBezTo>
                  <a:cubicBezTo>
                    <a:pt x="184181" y="165281"/>
                    <a:pt x="190272" y="159193"/>
                    <a:pt x="190272" y="148696"/>
                  </a:cubicBezTo>
                  <a:cubicBezTo>
                    <a:pt x="190272" y="148696"/>
                    <a:pt x="190272" y="46431"/>
                    <a:pt x="190272" y="46431"/>
                  </a:cubicBezTo>
                  <a:cubicBezTo>
                    <a:pt x="190272" y="35925"/>
                    <a:pt x="184181" y="29584"/>
                    <a:pt x="174510" y="29584"/>
                  </a:cubicBezTo>
                  <a:close/>
                  <a:moveTo>
                    <a:pt x="1125839" y="2994"/>
                  </a:moveTo>
                  <a:cubicBezTo>
                    <a:pt x="1125839" y="2994"/>
                    <a:pt x="1157352" y="2994"/>
                    <a:pt x="1157352" y="2994"/>
                  </a:cubicBezTo>
                  <a:lnTo>
                    <a:pt x="1157352" y="164396"/>
                  </a:lnTo>
                  <a:lnTo>
                    <a:pt x="1210978" y="164396"/>
                  </a:lnTo>
                  <a:lnTo>
                    <a:pt x="1210978" y="193688"/>
                  </a:lnTo>
                  <a:lnTo>
                    <a:pt x="1125839" y="193688"/>
                  </a:lnTo>
                  <a:close/>
                  <a:moveTo>
                    <a:pt x="744072" y="2994"/>
                  </a:moveTo>
                  <a:lnTo>
                    <a:pt x="775587" y="2994"/>
                  </a:lnTo>
                  <a:lnTo>
                    <a:pt x="775587" y="82026"/>
                  </a:lnTo>
                  <a:lnTo>
                    <a:pt x="807101" y="82026"/>
                  </a:lnTo>
                  <a:lnTo>
                    <a:pt x="807101" y="2994"/>
                  </a:lnTo>
                  <a:cubicBezTo>
                    <a:pt x="807101" y="2994"/>
                    <a:pt x="838603" y="2994"/>
                    <a:pt x="838603" y="2994"/>
                  </a:cubicBezTo>
                  <a:lnTo>
                    <a:pt x="838603" y="193688"/>
                  </a:lnTo>
                  <a:lnTo>
                    <a:pt x="807101" y="193688"/>
                  </a:lnTo>
                  <a:lnTo>
                    <a:pt x="807101" y="111328"/>
                  </a:lnTo>
                  <a:lnTo>
                    <a:pt x="775587" y="111328"/>
                  </a:lnTo>
                  <a:lnTo>
                    <a:pt x="775587" y="193688"/>
                  </a:lnTo>
                  <a:lnTo>
                    <a:pt x="744072" y="193688"/>
                  </a:lnTo>
                  <a:close/>
                  <a:moveTo>
                    <a:pt x="381767" y="2994"/>
                  </a:moveTo>
                  <a:cubicBezTo>
                    <a:pt x="381767" y="2994"/>
                    <a:pt x="466881" y="2994"/>
                    <a:pt x="466881" y="2994"/>
                  </a:cubicBezTo>
                  <a:lnTo>
                    <a:pt x="466881" y="32287"/>
                  </a:lnTo>
                  <a:lnTo>
                    <a:pt x="413255" y="32287"/>
                  </a:lnTo>
                  <a:lnTo>
                    <a:pt x="413255" y="82026"/>
                  </a:lnTo>
                  <a:lnTo>
                    <a:pt x="458602" y="82026"/>
                  </a:lnTo>
                  <a:lnTo>
                    <a:pt x="458602" y="111328"/>
                  </a:lnTo>
                  <a:lnTo>
                    <a:pt x="413255" y="111328"/>
                  </a:lnTo>
                  <a:lnTo>
                    <a:pt x="413255" y="164396"/>
                  </a:lnTo>
                  <a:lnTo>
                    <a:pt x="466881" y="164396"/>
                  </a:lnTo>
                  <a:lnTo>
                    <a:pt x="466881" y="193688"/>
                  </a:lnTo>
                  <a:lnTo>
                    <a:pt x="381767" y="193688"/>
                  </a:lnTo>
                  <a:close/>
                  <a:moveTo>
                    <a:pt x="0" y="2994"/>
                  </a:moveTo>
                  <a:lnTo>
                    <a:pt x="31515" y="2994"/>
                  </a:lnTo>
                  <a:lnTo>
                    <a:pt x="31515" y="82026"/>
                  </a:lnTo>
                  <a:lnTo>
                    <a:pt x="63030" y="82026"/>
                  </a:lnTo>
                  <a:lnTo>
                    <a:pt x="63030" y="2994"/>
                  </a:lnTo>
                  <a:cubicBezTo>
                    <a:pt x="63030" y="2994"/>
                    <a:pt x="94519" y="2994"/>
                    <a:pt x="94519" y="2994"/>
                  </a:cubicBezTo>
                  <a:lnTo>
                    <a:pt x="94519" y="193688"/>
                  </a:lnTo>
                  <a:lnTo>
                    <a:pt x="63030" y="193688"/>
                  </a:lnTo>
                  <a:lnTo>
                    <a:pt x="63030" y="111328"/>
                  </a:lnTo>
                  <a:lnTo>
                    <a:pt x="31515" y="111328"/>
                  </a:lnTo>
                  <a:lnTo>
                    <a:pt x="31515" y="193688"/>
                  </a:lnTo>
                  <a:lnTo>
                    <a:pt x="0" y="193688"/>
                  </a:lnTo>
                  <a:close/>
                  <a:moveTo>
                    <a:pt x="1045838" y="0"/>
                  </a:moveTo>
                  <a:cubicBezTo>
                    <a:pt x="1072093" y="0"/>
                    <a:pt x="1093102" y="15754"/>
                    <a:pt x="1093102" y="46431"/>
                  </a:cubicBezTo>
                  <a:lnTo>
                    <a:pt x="1093102" y="147585"/>
                  </a:lnTo>
                  <a:cubicBezTo>
                    <a:pt x="1093102" y="179093"/>
                    <a:pt x="1072093" y="195118"/>
                    <a:pt x="1045838" y="195118"/>
                  </a:cubicBezTo>
                  <a:cubicBezTo>
                    <a:pt x="1019578" y="195118"/>
                    <a:pt x="998583" y="179093"/>
                    <a:pt x="998583" y="148696"/>
                  </a:cubicBezTo>
                  <a:lnTo>
                    <a:pt x="998583" y="47533"/>
                  </a:lnTo>
                  <a:cubicBezTo>
                    <a:pt x="998583" y="15754"/>
                    <a:pt x="1019578" y="0"/>
                    <a:pt x="1045838" y="0"/>
                  </a:cubicBezTo>
                  <a:close/>
                  <a:moveTo>
                    <a:pt x="918583" y="0"/>
                  </a:moveTo>
                  <a:cubicBezTo>
                    <a:pt x="944838" y="0"/>
                    <a:pt x="965847" y="15754"/>
                    <a:pt x="965847" y="46431"/>
                  </a:cubicBezTo>
                  <a:lnTo>
                    <a:pt x="965847" y="147585"/>
                  </a:lnTo>
                  <a:cubicBezTo>
                    <a:pt x="965847" y="179093"/>
                    <a:pt x="944838" y="195118"/>
                    <a:pt x="918583" y="195118"/>
                  </a:cubicBezTo>
                  <a:cubicBezTo>
                    <a:pt x="892336" y="195118"/>
                    <a:pt x="871328" y="179093"/>
                    <a:pt x="871328" y="148696"/>
                  </a:cubicBezTo>
                  <a:lnTo>
                    <a:pt x="871328" y="47533"/>
                  </a:lnTo>
                  <a:cubicBezTo>
                    <a:pt x="871328" y="15754"/>
                    <a:pt x="892336" y="0"/>
                    <a:pt x="918583" y="0"/>
                  </a:cubicBezTo>
                  <a:close/>
                  <a:moveTo>
                    <a:pt x="664081" y="0"/>
                  </a:moveTo>
                  <a:cubicBezTo>
                    <a:pt x="690336" y="0"/>
                    <a:pt x="711347" y="15754"/>
                    <a:pt x="711347" y="46431"/>
                  </a:cubicBezTo>
                  <a:lnTo>
                    <a:pt x="711347" y="67442"/>
                  </a:lnTo>
                  <a:lnTo>
                    <a:pt x="679832" y="67442"/>
                  </a:lnTo>
                  <a:lnTo>
                    <a:pt x="679832" y="46431"/>
                  </a:lnTo>
                  <a:cubicBezTo>
                    <a:pt x="679832" y="35925"/>
                    <a:pt x="673753" y="29584"/>
                    <a:pt x="664081" y="29584"/>
                  </a:cubicBezTo>
                  <a:cubicBezTo>
                    <a:pt x="654410" y="29584"/>
                    <a:pt x="648318" y="35925"/>
                    <a:pt x="648318" y="46431"/>
                  </a:cubicBezTo>
                  <a:lnTo>
                    <a:pt x="648318" y="148696"/>
                  </a:lnTo>
                  <a:cubicBezTo>
                    <a:pt x="648318" y="159193"/>
                    <a:pt x="654410" y="165281"/>
                    <a:pt x="664081" y="165281"/>
                  </a:cubicBezTo>
                  <a:cubicBezTo>
                    <a:pt x="673753" y="165281"/>
                    <a:pt x="679832" y="159193"/>
                    <a:pt x="679832" y="148696"/>
                  </a:cubicBezTo>
                  <a:lnTo>
                    <a:pt x="679832" y="125481"/>
                  </a:lnTo>
                  <a:lnTo>
                    <a:pt x="711347" y="125481"/>
                  </a:lnTo>
                  <a:lnTo>
                    <a:pt x="711347" y="147585"/>
                  </a:lnTo>
                  <a:cubicBezTo>
                    <a:pt x="711347" y="179093"/>
                    <a:pt x="690336" y="195118"/>
                    <a:pt x="664081" y="195118"/>
                  </a:cubicBezTo>
                  <a:cubicBezTo>
                    <a:pt x="637827" y="195118"/>
                    <a:pt x="616816" y="179093"/>
                    <a:pt x="616816" y="148696"/>
                  </a:cubicBezTo>
                  <a:lnTo>
                    <a:pt x="616816" y="47533"/>
                  </a:lnTo>
                  <a:cubicBezTo>
                    <a:pt x="616816" y="15754"/>
                    <a:pt x="637827" y="0"/>
                    <a:pt x="664081" y="0"/>
                  </a:cubicBezTo>
                  <a:close/>
                  <a:moveTo>
                    <a:pt x="540074" y="0"/>
                  </a:moveTo>
                  <a:cubicBezTo>
                    <a:pt x="568552" y="0"/>
                    <a:pt x="587629" y="17967"/>
                    <a:pt x="587629" y="45320"/>
                  </a:cubicBezTo>
                  <a:lnTo>
                    <a:pt x="587629" y="58039"/>
                  </a:lnTo>
                  <a:lnTo>
                    <a:pt x="555836" y="58039"/>
                  </a:lnTo>
                  <a:lnTo>
                    <a:pt x="555836" y="45320"/>
                  </a:lnTo>
                  <a:cubicBezTo>
                    <a:pt x="555836" y="35925"/>
                    <a:pt x="549476" y="29584"/>
                    <a:pt x="540074" y="29584"/>
                  </a:cubicBezTo>
                  <a:cubicBezTo>
                    <a:pt x="531513" y="29584"/>
                    <a:pt x="524056" y="35925"/>
                    <a:pt x="524056" y="45320"/>
                  </a:cubicBezTo>
                  <a:lnTo>
                    <a:pt x="524056" y="51679"/>
                  </a:lnTo>
                  <a:cubicBezTo>
                    <a:pt x="524056" y="60252"/>
                    <a:pt x="527366" y="64949"/>
                    <a:pt x="532890" y="69656"/>
                  </a:cubicBezTo>
                  <a:lnTo>
                    <a:pt x="570489" y="101154"/>
                  </a:lnTo>
                  <a:cubicBezTo>
                    <a:pt x="582092" y="110829"/>
                    <a:pt x="587629" y="120775"/>
                    <a:pt x="587629" y="135987"/>
                  </a:cubicBezTo>
                  <a:lnTo>
                    <a:pt x="587629" y="150901"/>
                  </a:lnTo>
                  <a:cubicBezTo>
                    <a:pt x="587629" y="176329"/>
                    <a:pt x="566343" y="195118"/>
                    <a:pt x="540074" y="195118"/>
                  </a:cubicBezTo>
                  <a:cubicBezTo>
                    <a:pt x="513550" y="195118"/>
                    <a:pt x="492554" y="177151"/>
                    <a:pt x="492554" y="151452"/>
                  </a:cubicBezTo>
                  <a:lnTo>
                    <a:pt x="492554" y="138182"/>
                  </a:lnTo>
                  <a:lnTo>
                    <a:pt x="524056" y="138182"/>
                  </a:lnTo>
                  <a:lnTo>
                    <a:pt x="524056" y="148696"/>
                  </a:lnTo>
                  <a:cubicBezTo>
                    <a:pt x="524056" y="160304"/>
                    <a:pt x="531513" y="165281"/>
                    <a:pt x="540074" y="165281"/>
                  </a:cubicBezTo>
                  <a:cubicBezTo>
                    <a:pt x="549476" y="165281"/>
                    <a:pt x="555836" y="159193"/>
                    <a:pt x="555836" y="148696"/>
                  </a:cubicBezTo>
                  <a:lnTo>
                    <a:pt x="555836" y="142066"/>
                  </a:lnTo>
                  <a:cubicBezTo>
                    <a:pt x="555836" y="132653"/>
                    <a:pt x="553358" y="127134"/>
                    <a:pt x="546166" y="121055"/>
                  </a:cubicBezTo>
                  <a:lnTo>
                    <a:pt x="508571" y="89547"/>
                  </a:lnTo>
                  <a:cubicBezTo>
                    <a:pt x="502224" y="84289"/>
                    <a:pt x="492554" y="71851"/>
                    <a:pt x="492554" y="54724"/>
                  </a:cubicBezTo>
                  <a:lnTo>
                    <a:pt x="492554" y="45320"/>
                  </a:lnTo>
                  <a:cubicBezTo>
                    <a:pt x="492554" y="18798"/>
                    <a:pt x="511340" y="0"/>
                    <a:pt x="540074" y="0"/>
                  </a:cubicBezTo>
                  <a:close/>
                  <a:moveTo>
                    <a:pt x="301766" y="0"/>
                  </a:moveTo>
                  <a:cubicBezTo>
                    <a:pt x="328021" y="0"/>
                    <a:pt x="349030" y="15754"/>
                    <a:pt x="349030" y="46431"/>
                  </a:cubicBezTo>
                  <a:lnTo>
                    <a:pt x="349030" y="60252"/>
                  </a:lnTo>
                  <a:lnTo>
                    <a:pt x="317528" y="60252"/>
                  </a:lnTo>
                  <a:lnTo>
                    <a:pt x="317528" y="46431"/>
                  </a:lnTo>
                  <a:cubicBezTo>
                    <a:pt x="317528" y="35925"/>
                    <a:pt x="311437" y="29584"/>
                    <a:pt x="301766" y="29584"/>
                  </a:cubicBezTo>
                  <a:cubicBezTo>
                    <a:pt x="292095" y="29584"/>
                    <a:pt x="286013" y="35925"/>
                    <a:pt x="286013" y="46431"/>
                  </a:cubicBezTo>
                  <a:lnTo>
                    <a:pt x="286013" y="148696"/>
                  </a:lnTo>
                  <a:cubicBezTo>
                    <a:pt x="286013" y="159193"/>
                    <a:pt x="292095" y="165281"/>
                    <a:pt x="301766" y="165281"/>
                  </a:cubicBezTo>
                  <a:cubicBezTo>
                    <a:pt x="311437" y="165281"/>
                    <a:pt x="317528" y="159193"/>
                    <a:pt x="317528" y="148696"/>
                  </a:cubicBezTo>
                  <a:lnTo>
                    <a:pt x="317528" y="113873"/>
                  </a:lnTo>
                  <a:lnTo>
                    <a:pt x="299841" y="113873"/>
                  </a:lnTo>
                  <a:lnTo>
                    <a:pt x="299841" y="85401"/>
                  </a:lnTo>
                  <a:lnTo>
                    <a:pt x="349030" y="85401"/>
                  </a:lnTo>
                  <a:lnTo>
                    <a:pt x="349030" y="147585"/>
                  </a:lnTo>
                  <a:cubicBezTo>
                    <a:pt x="349030" y="179093"/>
                    <a:pt x="328021" y="195118"/>
                    <a:pt x="301766" y="195118"/>
                  </a:cubicBezTo>
                  <a:cubicBezTo>
                    <a:pt x="275506" y="195118"/>
                    <a:pt x="254511" y="179093"/>
                    <a:pt x="254511" y="148696"/>
                  </a:cubicBezTo>
                  <a:lnTo>
                    <a:pt x="254511" y="47533"/>
                  </a:lnTo>
                  <a:cubicBezTo>
                    <a:pt x="254511" y="15754"/>
                    <a:pt x="275506" y="0"/>
                    <a:pt x="301766" y="0"/>
                  </a:cubicBezTo>
                  <a:close/>
                  <a:moveTo>
                    <a:pt x="174510" y="0"/>
                  </a:moveTo>
                  <a:cubicBezTo>
                    <a:pt x="200765" y="0"/>
                    <a:pt x="221774" y="15754"/>
                    <a:pt x="221774" y="46431"/>
                  </a:cubicBezTo>
                  <a:lnTo>
                    <a:pt x="221774" y="147585"/>
                  </a:lnTo>
                  <a:cubicBezTo>
                    <a:pt x="221774" y="179093"/>
                    <a:pt x="200765" y="195118"/>
                    <a:pt x="174510" y="195118"/>
                  </a:cubicBezTo>
                  <a:cubicBezTo>
                    <a:pt x="148250" y="195118"/>
                    <a:pt x="127255" y="179093"/>
                    <a:pt x="127255" y="148696"/>
                  </a:cubicBezTo>
                  <a:lnTo>
                    <a:pt x="127255" y="47533"/>
                  </a:lnTo>
                  <a:cubicBezTo>
                    <a:pt x="127255" y="15754"/>
                    <a:pt x="148250" y="0"/>
                    <a:pt x="17451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DEA3D5D-43DB-CA42-9F46-C8BFB8F44B09}"/>
                </a:ext>
              </a:extLst>
            </p:cNvPr>
            <p:cNvSpPr/>
            <p:nvPr userDrawn="1"/>
          </p:nvSpPr>
          <p:spPr>
            <a:xfrm>
              <a:off x="1299537" y="6257435"/>
              <a:ext cx="827965" cy="195900"/>
            </a:xfrm>
            <a:custGeom>
              <a:avLst/>
              <a:gdLst>
                <a:gd name="connsiteX0" fmla="*/ 269559 w 827965"/>
                <a:gd name="connsiteY0" fmla="*/ 32287 h 195900"/>
                <a:gd name="connsiteX1" fmla="*/ 269559 w 827965"/>
                <a:gd name="connsiteY1" fmla="*/ 84242 h 195900"/>
                <a:gd name="connsiteX2" fmla="*/ 284209 w 827965"/>
                <a:gd name="connsiteY2" fmla="*/ 84242 h 195900"/>
                <a:gd name="connsiteX3" fmla="*/ 301061 w 827965"/>
                <a:gd name="connsiteY3" fmla="*/ 62966 h 195900"/>
                <a:gd name="connsiteX4" fmla="*/ 301061 w 827965"/>
                <a:gd name="connsiteY4" fmla="*/ 53290 h 195900"/>
                <a:gd name="connsiteX5" fmla="*/ 284209 w 827965"/>
                <a:gd name="connsiteY5" fmla="*/ 32287 h 195900"/>
                <a:gd name="connsiteX6" fmla="*/ 724610 w 827965"/>
                <a:gd name="connsiteY6" fmla="*/ 2994 h 195900"/>
                <a:gd name="connsiteX7" fmla="*/ 827965 w 827965"/>
                <a:gd name="connsiteY7" fmla="*/ 2994 h 195900"/>
                <a:gd name="connsiteX8" fmla="*/ 827965 w 827965"/>
                <a:gd name="connsiteY8" fmla="*/ 31183 h 195900"/>
                <a:gd name="connsiteX9" fmla="*/ 792049 w 827965"/>
                <a:gd name="connsiteY9" fmla="*/ 31183 h 195900"/>
                <a:gd name="connsiteX10" fmla="*/ 792049 w 827965"/>
                <a:gd name="connsiteY10" fmla="*/ 193687 h 195900"/>
                <a:gd name="connsiteX11" fmla="*/ 760535 w 827965"/>
                <a:gd name="connsiteY11" fmla="*/ 193687 h 195900"/>
                <a:gd name="connsiteX12" fmla="*/ 760535 w 827965"/>
                <a:gd name="connsiteY12" fmla="*/ 31183 h 195900"/>
                <a:gd name="connsiteX13" fmla="*/ 724610 w 827965"/>
                <a:gd name="connsiteY13" fmla="*/ 31183 h 195900"/>
                <a:gd name="connsiteX14" fmla="*/ 609331 w 827965"/>
                <a:gd name="connsiteY14" fmla="*/ 2994 h 195900"/>
                <a:gd name="connsiteX15" fmla="*/ 640846 w 827965"/>
                <a:gd name="connsiteY15" fmla="*/ 2994 h 195900"/>
                <a:gd name="connsiteX16" fmla="*/ 640846 w 827965"/>
                <a:gd name="connsiteY16" fmla="*/ 82026 h 195900"/>
                <a:gd name="connsiteX17" fmla="*/ 672360 w 827965"/>
                <a:gd name="connsiteY17" fmla="*/ 82026 h 195900"/>
                <a:gd name="connsiteX18" fmla="*/ 672360 w 827965"/>
                <a:gd name="connsiteY18" fmla="*/ 2994 h 195900"/>
                <a:gd name="connsiteX19" fmla="*/ 703862 w 827965"/>
                <a:gd name="connsiteY19" fmla="*/ 2994 h 195900"/>
                <a:gd name="connsiteX20" fmla="*/ 703862 w 827965"/>
                <a:gd name="connsiteY20" fmla="*/ 193687 h 195900"/>
                <a:gd name="connsiteX21" fmla="*/ 672360 w 827965"/>
                <a:gd name="connsiteY21" fmla="*/ 193687 h 195900"/>
                <a:gd name="connsiteX22" fmla="*/ 672360 w 827965"/>
                <a:gd name="connsiteY22" fmla="*/ 111345 h 195900"/>
                <a:gd name="connsiteX23" fmla="*/ 640846 w 827965"/>
                <a:gd name="connsiteY23" fmla="*/ 111345 h 195900"/>
                <a:gd name="connsiteX24" fmla="*/ 640846 w 827965"/>
                <a:gd name="connsiteY24" fmla="*/ 193687 h 195900"/>
                <a:gd name="connsiteX25" fmla="*/ 609331 w 827965"/>
                <a:gd name="connsiteY25" fmla="*/ 193687 h 195900"/>
                <a:gd name="connsiteX26" fmla="*/ 365300 w 827965"/>
                <a:gd name="connsiteY26" fmla="*/ 2994 h 195900"/>
                <a:gd name="connsiteX27" fmla="*/ 450414 w 827965"/>
                <a:gd name="connsiteY27" fmla="*/ 2994 h 195900"/>
                <a:gd name="connsiteX28" fmla="*/ 450414 w 827965"/>
                <a:gd name="connsiteY28" fmla="*/ 32296 h 195900"/>
                <a:gd name="connsiteX29" fmla="*/ 396788 w 827965"/>
                <a:gd name="connsiteY29" fmla="*/ 32296 h 195900"/>
                <a:gd name="connsiteX30" fmla="*/ 396788 w 827965"/>
                <a:gd name="connsiteY30" fmla="*/ 82026 h 195900"/>
                <a:gd name="connsiteX31" fmla="*/ 442135 w 827965"/>
                <a:gd name="connsiteY31" fmla="*/ 82026 h 195900"/>
                <a:gd name="connsiteX32" fmla="*/ 442135 w 827965"/>
                <a:gd name="connsiteY32" fmla="*/ 111345 h 195900"/>
                <a:gd name="connsiteX33" fmla="*/ 396788 w 827965"/>
                <a:gd name="connsiteY33" fmla="*/ 111345 h 195900"/>
                <a:gd name="connsiteX34" fmla="*/ 396788 w 827965"/>
                <a:gd name="connsiteY34" fmla="*/ 164395 h 195900"/>
                <a:gd name="connsiteX35" fmla="*/ 450414 w 827965"/>
                <a:gd name="connsiteY35" fmla="*/ 164395 h 195900"/>
                <a:gd name="connsiteX36" fmla="*/ 450414 w 827965"/>
                <a:gd name="connsiteY36" fmla="*/ 193687 h 195900"/>
                <a:gd name="connsiteX37" fmla="*/ 365300 w 827965"/>
                <a:gd name="connsiteY37" fmla="*/ 193687 h 195900"/>
                <a:gd name="connsiteX38" fmla="*/ 238044 w 827965"/>
                <a:gd name="connsiteY38" fmla="*/ 2994 h 195900"/>
                <a:gd name="connsiteX39" fmla="*/ 286130 w 827965"/>
                <a:gd name="connsiteY39" fmla="*/ 2994 h 195900"/>
                <a:gd name="connsiteX40" fmla="*/ 332563 w 827965"/>
                <a:gd name="connsiteY40" fmla="*/ 51356 h 195900"/>
                <a:gd name="connsiteX41" fmla="*/ 332563 w 827965"/>
                <a:gd name="connsiteY41" fmla="*/ 64899 h 195900"/>
                <a:gd name="connsiteX42" fmla="*/ 316810 w 827965"/>
                <a:gd name="connsiteY42" fmla="*/ 98615 h 195900"/>
                <a:gd name="connsiteX43" fmla="*/ 332563 w 827965"/>
                <a:gd name="connsiteY43" fmla="*/ 132331 h 195900"/>
                <a:gd name="connsiteX44" fmla="*/ 332563 w 827965"/>
                <a:gd name="connsiteY44" fmla="*/ 193688 h 195900"/>
                <a:gd name="connsiteX45" fmla="*/ 301061 w 827965"/>
                <a:gd name="connsiteY45" fmla="*/ 193688 h 195900"/>
                <a:gd name="connsiteX46" fmla="*/ 301061 w 827965"/>
                <a:gd name="connsiteY46" fmla="*/ 134555 h 195900"/>
                <a:gd name="connsiteX47" fmla="*/ 284209 w 827965"/>
                <a:gd name="connsiteY47" fmla="*/ 113544 h 195900"/>
                <a:gd name="connsiteX48" fmla="*/ 269559 w 827965"/>
                <a:gd name="connsiteY48" fmla="*/ 113544 h 195900"/>
                <a:gd name="connsiteX49" fmla="*/ 269559 w 827965"/>
                <a:gd name="connsiteY49" fmla="*/ 193688 h 195900"/>
                <a:gd name="connsiteX50" fmla="*/ 238044 w 827965"/>
                <a:gd name="connsiteY50" fmla="*/ 193688 h 195900"/>
                <a:gd name="connsiteX51" fmla="*/ 115279 w 827965"/>
                <a:gd name="connsiteY51" fmla="*/ 2994 h 195900"/>
                <a:gd name="connsiteX52" fmla="*/ 218647 w 827965"/>
                <a:gd name="connsiteY52" fmla="*/ 2994 h 195900"/>
                <a:gd name="connsiteX53" fmla="*/ 218647 w 827965"/>
                <a:gd name="connsiteY53" fmla="*/ 31183 h 195900"/>
                <a:gd name="connsiteX54" fmla="*/ 182707 w 827965"/>
                <a:gd name="connsiteY54" fmla="*/ 31183 h 195900"/>
                <a:gd name="connsiteX55" fmla="*/ 182707 w 827965"/>
                <a:gd name="connsiteY55" fmla="*/ 193687 h 195900"/>
                <a:gd name="connsiteX56" fmla="*/ 151204 w 827965"/>
                <a:gd name="connsiteY56" fmla="*/ 193687 h 195900"/>
                <a:gd name="connsiteX57" fmla="*/ 151204 w 827965"/>
                <a:gd name="connsiteY57" fmla="*/ 31183 h 195900"/>
                <a:gd name="connsiteX58" fmla="*/ 115279 w 827965"/>
                <a:gd name="connsiteY58" fmla="*/ 31183 h 195900"/>
                <a:gd name="connsiteX59" fmla="*/ 0 w 827965"/>
                <a:gd name="connsiteY59" fmla="*/ 2994 h 195900"/>
                <a:gd name="connsiteX60" fmla="*/ 31502 w 827965"/>
                <a:gd name="connsiteY60" fmla="*/ 2994 h 195900"/>
                <a:gd name="connsiteX61" fmla="*/ 31502 w 827965"/>
                <a:gd name="connsiteY61" fmla="*/ 149469 h 195900"/>
                <a:gd name="connsiteX62" fmla="*/ 46988 w 827965"/>
                <a:gd name="connsiteY62" fmla="*/ 166044 h 195900"/>
                <a:gd name="connsiteX63" fmla="*/ 63017 w 827965"/>
                <a:gd name="connsiteY63" fmla="*/ 149469 h 195900"/>
                <a:gd name="connsiteX64" fmla="*/ 63017 w 827965"/>
                <a:gd name="connsiteY64" fmla="*/ 2994 h 195900"/>
                <a:gd name="connsiteX65" fmla="*/ 94519 w 827965"/>
                <a:gd name="connsiteY65" fmla="*/ 2994 h 195900"/>
                <a:gd name="connsiteX66" fmla="*/ 94519 w 827965"/>
                <a:gd name="connsiteY66" fmla="*/ 148370 h 195900"/>
                <a:gd name="connsiteX67" fmla="*/ 46988 w 827965"/>
                <a:gd name="connsiteY67" fmla="*/ 195900 h 195900"/>
                <a:gd name="connsiteX68" fmla="*/ 0 w 827965"/>
                <a:gd name="connsiteY68" fmla="*/ 149469 h 195900"/>
                <a:gd name="connsiteX69" fmla="*/ 529330 w 827965"/>
                <a:gd name="connsiteY69" fmla="*/ 0 h 195900"/>
                <a:gd name="connsiteX70" fmla="*/ 576594 w 827965"/>
                <a:gd name="connsiteY70" fmla="*/ 46434 h 195900"/>
                <a:gd name="connsiteX71" fmla="*/ 576594 w 827965"/>
                <a:gd name="connsiteY71" fmla="*/ 67438 h 195900"/>
                <a:gd name="connsiteX72" fmla="*/ 545092 w 827965"/>
                <a:gd name="connsiteY72" fmla="*/ 67438 h 195900"/>
                <a:gd name="connsiteX73" fmla="*/ 545092 w 827965"/>
                <a:gd name="connsiteY73" fmla="*/ 46434 h 195900"/>
                <a:gd name="connsiteX74" fmla="*/ 529330 w 827965"/>
                <a:gd name="connsiteY74" fmla="*/ 29577 h 195900"/>
                <a:gd name="connsiteX75" fmla="*/ 513577 w 827965"/>
                <a:gd name="connsiteY75" fmla="*/ 46434 h 195900"/>
                <a:gd name="connsiteX76" fmla="*/ 513577 w 827965"/>
                <a:gd name="connsiteY76" fmla="*/ 148697 h 195900"/>
                <a:gd name="connsiteX77" fmla="*/ 529330 w 827965"/>
                <a:gd name="connsiteY77" fmla="*/ 165274 h 195900"/>
                <a:gd name="connsiteX78" fmla="*/ 545092 w 827965"/>
                <a:gd name="connsiteY78" fmla="*/ 148697 h 195900"/>
                <a:gd name="connsiteX79" fmla="*/ 545092 w 827965"/>
                <a:gd name="connsiteY79" fmla="*/ 125480 h 195900"/>
                <a:gd name="connsiteX80" fmla="*/ 576594 w 827965"/>
                <a:gd name="connsiteY80" fmla="*/ 125480 h 195900"/>
                <a:gd name="connsiteX81" fmla="*/ 576594 w 827965"/>
                <a:gd name="connsiteY81" fmla="*/ 147604 h 195900"/>
                <a:gd name="connsiteX82" fmla="*/ 529330 w 827965"/>
                <a:gd name="connsiteY82" fmla="*/ 195131 h 195900"/>
                <a:gd name="connsiteX83" fmla="*/ 482075 w 827965"/>
                <a:gd name="connsiteY83" fmla="*/ 148697 h 195900"/>
                <a:gd name="connsiteX84" fmla="*/ 482075 w 827965"/>
                <a:gd name="connsiteY84" fmla="*/ 47545 h 195900"/>
                <a:gd name="connsiteX85" fmla="*/ 529330 w 827965"/>
                <a:gd name="connsiteY85" fmla="*/ 0 h 19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827965" h="195900">
                  <a:moveTo>
                    <a:pt x="269559" y="32287"/>
                  </a:moveTo>
                  <a:lnTo>
                    <a:pt x="269559" y="84242"/>
                  </a:lnTo>
                  <a:lnTo>
                    <a:pt x="284209" y="84242"/>
                  </a:lnTo>
                  <a:cubicBezTo>
                    <a:pt x="297735" y="84242"/>
                    <a:pt x="301061" y="76500"/>
                    <a:pt x="301061" y="62966"/>
                  </a:cubicBezTo>
                  <a:cubicBezTo>
                    <a:pt x="301061" y="62966"/>
                    <a:pt x="301061" y="53290"/>
                    <a:pt x="301061" y="53290"/>
                  </a:cubicBezTo>
                  <a:cubicBezTo>
                    <a:pt x="301061" y="39756"/>
                    <a:pt x="297735" y="32287"/>
                    <a:pt x="284209" y="32287"/>
                  </a:cubicBezTo>
                  <a:close/>
                  <a:moveTo>
                    <a:pt x="724610" y="2994"/>
                  </a:moveTo>
                  <a:cubicBezTo>
                    <a:pt x="724610" y="2994"/>
                    <a:pt x="827965" y="2994"/>
                    <a:pt x="827965" y="2994"/>
                  </a:cubicBezTo>
                  <a:lnTo>
                    <a:pt x="827965" y="31183"/>
                  </a:lnTo>
                  <a:lnTo>
                    <a:pt x="792049" y="31183"/>
                  </a:lnTo>
                  <a:lnTo>
                    <a:pt x="792049" y="193687"/>
                  </a:lnTo>
                  <a:lnTo>
                    <a:pt x="760535" y="193687"/>
                  </a:lnTo>
                  <a:lnTo>
                    <a:pt x="760535" y="31183"/>
                  </a:lnTo>
                  <a:lnTo>
                    <a:pt x="724610" y="31183"/>
                  </a:lnTo>
                  <a:close/>
                  <a:moveTo>
                    <a:pt x="609331" y="2994"/>
                  </a:moveTo>
                  <a:lnTo>
                    <a:pt x="640846" y="2994"/>
                  </a:lnTo>
                  <a:lnTo>
                    <a:pt x="640846" y="82026"/>
                  </a:lnTo>
                  <a:lnTo>
                    <a:pt x="672360" y="82026"/>
                  </a:lnTo>
                  <a:lnTo>
                    <a:pt x="672360" y="2994"/>
                  </a:lnTo>
                  <a:cubicBezTo>
                    <a:pt x="672360" y="2994"/>
                    <a:pt x="703862" y="2994"/>
                    <a:pt x="703862" y="2994"/>
                  </a:cubicBezTo>
                  <a:lnTo>
                    <a:pt x="703862" y="193687"/>
                  </a:lnTo>
                  <a:lnTo>
                    <a:pt x="672360" y="193687"/>
                  </a:lnTo>
                  <a:lnTo>
                    <a:pt x="672360" y="111345"/>
                  </a:lnTo>
                  <a:lnTo>
                    <a:pt x="640846" y="111345"/>
                  </a:lnTo>
                  <a:lnTo>
                    <a:pt x="640846" y="193687"/>
                  </a:lnTo>
                  <a:lnTo>
                    <a:pt x="609331" y="193687"/>
                  </a:lnTo>
                  <a:close/>
                  <a:moveTo>
                    <a:pt x="365300" y="2994"/>
                  </a:moveTo>
                  <a:cubicBezTo>
                    <a:pt x="365300" y="2994"/>
                    <a:pt x="450414" y="2994"/>
                    <a:pt x="450414" y="2994"/>
                  </a:cubicBezTo>
                  <a:lnTo>
                    <a:pt x="450414" y="32296"/>
                  </a:lnTo>
                  <a:lnTo>
                    <a:pt x="396788" y="32296"/>
                  </a:lnTo>
                  <a:lnTo>
                    <a:pt x="396788" y="82026"/>
                  </a:lnTo>
                  <a:lnTo>
                    <a:pt x="442135" y="82026"/>
                  </a:lnTo>
                  <a:lnTo>
                    <a:pt x="442135" y="111345"/>
                  </a:lnTo>
                  <a:lnTo>
                    <a:pt x="396788" y="111345"/>
                  </a:lnTo>
                  <a:lnTo>
                    <a:pt x="396788" y="164395"/>
                  </a:lnTo>
                  <a:lnTo>
                    <a:pt x="450414" y="164395"/>
                  </a:lnTo>
                  <a:lnTo>
                    <a:pt x="450414" y="193687"/>
                  </a:lnTo>
                  <a:lnTo>
                    <a:pt x="365300" y="193687"/>
                  </a:lnTo>
                  <a:close/>
                  <a:moveTo>
                    <a:pt x="238044" y="2994"/>
                  </a:moveTo>
                  <a:lnTo>
                    <a:pt x="286130" y="2994"/>
                  </a:lnTo>
                  <a:cubicBezTo>
                    <a:pt x="316810" y="2994"/>
                    <a:pt x="332563" y="20678"/>
                    <a:pt x="332563" y="51356"/>
                  </a:cubicBezTo>
                  <a:lnTo>
                    <a:pt x="332563" y="64899"/>
                  </a:lnTo>
                  <a:cubicBezTo>
                    <a:pt x="332563" y="81470"/>
                    <a:pt x="327596" y="92532"/>
                    <a:pt x="316810" y="98615"/>
                  </a:cubicBezTo>
                  <a:cubicBezTo>
                    <a:pt x="327596" y="104150"/>
                    <a:pt x="332563" y="114656"/>
                    <a:pt x="332563" y="132331"/>
                  </a:cubicBezTo>
                  <a:lnTo>
                    <a:pt x="332563" y="193688"/>
                  </a:lnTo>
                  <a:cubicBezTo>
                    <a:pt x="332563" y="193688"/>
                    <a:pt x="301061" y="193688"/>
                    <a:pt x="301061" y="193688"/>
                  </a:cubicBezTo>
                  <a:lnTo>
                    <a:pt x="301061" y="134555"/>
                  </a:lnTo>
                  <a:cubicBezTo>
                    <a:pt x="301061" y="120739"/>
                    <a:pt x="297735" y="113544"/>
                    <a:pt x="284209" y="113544"/>
                  </a:cubicBezTo>
                  <a:lnTo>
                    <a:pt x="269559" y="113544"/>
                  </a:lnTo>
                  <a:lnTo>
                    <a:pt x="269559" y="193688"/>
                  </a:lnTo>
                  <a:lnTo>
                    <a:pt x="238044" y="193688"/>
                  </a:lnTo>
                  <a:close/>
                  <a:moveTo>
                    <a:pt x="115279" y="2994"/>
                  </a:moveTo>
                  <a:cubicBezTo>
                    <a:pt x="115279" y="2994"/>
                    <a:pt x="218647" y="2994"/>
                    <a:pt x="218647" y="2994"/>
                  </a:cubicBezTo>
                  <a:lnTo>
                    <a:pt x="218647" y="31183"/>
                  </a:lnTo>
                  <a:lnTo>
                    <a:pt x="182707" y="31183"/>
                  </a:lnTo>
                  <a:lnTo>
                    <a:pt x="182707" y="193687"/>
                  </a:lnTo>
                  <a:lnTo>
                    <a:pt x="151204" y="193687"/>
                  </a:lnTo>
                  <a:lnTo>
                    <a:pt x="151204" y="31183"/>
                  </a:lnTo>
                  <a:lnTo>
                    <a:pt x="115279" y="31183"/>
                  </a:lnTo>
                  <a:close/>
                  <a:moveTo>
                    <a:pt x="0" y="2994"/>
                  </a:moveTo>
                  <a:lnTo>
                    <a:pt x="31502" y="2994"/>
                  </a:lnTo>
                  <a:lnTo>
                    <a:pt x="31502" y="149469"/>
                  </a:lnTo>
                  <a:cubicBezTo>
                    <a:pt x="31502" y="159971"/>
                    <a:pt x="37593" y="166044"/>
                    <a:pt x="46988" y="166044"/>
                  </a:cubicBezTo>
                  <a:cubicBezTo>
                    <a:pt x="56659" y="166044"/>
                    <a:pt x="63017" y="159971"/>
                    <a:pt x="63017" y="149469"/>
                  </a:cubicBezTo>
                  <a:lnTo>
                    <a:pt x="63017" y="2994"/>
                  </a:lnTo>
                  <a:lnTo>
                    <a:pt x="94519" y="2994"/>
                  </a:lnTo>
                  <a:lnTo>
                    <a:pt x="94519" y="148370"/>
                  </a:lnTo>
                  <a:cubicBezTo>
                    <a:pt x="94519" y="179860"/>
                    <a:pt x="73523" y="195900"/>
                    <a:pt x="46988" y="195900"/>
                  </a:cubicBezTo>
                  <a:cubicBezTo>
                    <a:pt x="20995" y="195900"/>
                    <a:pt x="0" y="179860"/>
                    <a:pt x="0" y="149469"/>
                  </a:cubicBezTo>
                  <a:close/>
                  <a:moveTo>
                    <a:pt x="529330" y="0"/>
                  </a:moveTo>
                  <a:cubicBezTo>
                    <a:pt x="555585" y="0"/>
                    <a:pt x="576594" y="15764"/>
                    <a:pt x="576594" y="46434"/>
                  </a:cubicBezTo>
                  <a:lnTo>
                    <a:pt x="576594" y="67438"/>
                  </a:lnTo>
                  <a:lnTo>
                    <a:pt x="545092" y="67438"/>
                  </a:lnTo>
                  <a:lnTo>
                    <a:pt x="545092" y="46434"/>
                  </a:lnTo>
                  <a:cubicBezTo>
                    <a:pt x="545092" y="35937"/>
                    <a:pt x="539001" y="29577"/>
                    <a:pt x="529330" y="29577"/>
                  </a:cubicBezTo>
                  <a:cubicBezTo>
                    <a:pt x="519659" y="29577"/>
                    <a:pt x="513577" y="35937"/>
                    <a:pt x="513577" y="46434"/>
                  </a:cubicBezTo>
                  <a:lnTo>
                    <a:pt x="513577" y="148697"/>
                  </a:lnTo>
                  <a:cubicBezTo>
                    <a:pt x="513577" y="159204"/>
                    <a:pt x="519659" y="165274"/>
                    <a:pt x="529330" y="165274"/>
                  </a:cubicBezTo>
                  <a:cubicBezTo>
                    <a:pt x="539001" y="165274"/>
                    <a:pt x="545092" y="159204"/>
                    <a:pt x="545092" y="148697"/>
                  </a:cubicBezTo>
                  <a:lnTo>
                    <a:pt x="545092" y="125480"/>
                  </a:lnTo>
                  <a:lnTo>
                    <a:pt x="576594" y="125480"/>
                  </a:lnTo>
                  <a:lnTo>
                    <a:pt x="576594" y="147604"/>
                  </a:lnTo>
                  <a:cubicBezTo>
                    <a:pt x="576594" y="179087"/>
                    <a:pt x="555585" y="195131"/>
                    <a:pt x="529330" y="195131"/>
                  </a:cubicBezTo>
                  <a:cubicBezTo>
                    <a:pt x="503070" y="195131"/>
                    <a:pt x="482075" y="179087"/>
                    <a:pt x="482075" y="148697"/>
                  </a:cubicBezTo>
                  <a:lnTo>
                    <a:pt x="482075" y="47545"/>
                  </a:lnTo>
                  <a:cubicBezTo>
                    <a:pt x="482075" y="15764"/>
                    <a:pt x="503070" y="0"/>
                    <a:pt x="529330" y="0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11E87A3-3293-1843-93B4-30C9C71B5349}"/>
              </a:ext>
            </a:extLst>
          </p:cNvPr>
          <p:cNvGrpSpPr/>
          <p:nvPr userDrawn="1"/>
        </p:nvGrpSpPr>
        <p:grpSpPr>
          <a:xfrm>
            <a:off x="8747741" y="6077179"/>
            <a:ext cx="2892875" cy="236015"/>
            <a:chOff x="2692399" y="11683999"/>
            <a:chExt cx="19709114" cy="1607961"/>
          </a:xfrm>
          <a:solidFill>
            <a:srgbClr val="ED0010"/>
          </a:solidFill>
        </p:grpSpPr>
        <p:sp>
          <p:nvSpPr>
            <p:cNvPr id="71" name="Shape">
              <a:extLst>
                <a:ext uri="{FF2B5EF4-FFF2-40B4-BE49-F238E27FC236}">
                  <a16:creationId xmlns:a16="http://schemas.microsoft.com/office/drawing/2014/main" id="{9F0C2390-2C03-C344-8008-03E922F4B7B2}"/>
                </a:ext>
              </a:extLst>
            </p:cNvPr>
            <p:cNvSpPr/>
            <p:nvPr userDrawn="1"/>
          </p:nvSpPr>
          <p:spPr>
            <a:xfrm>
              <a:off x="2692399" y="11696700"/>
              <a:ext cx="778983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0"/>
                  </a:moveTo>
                  <a:lnTo>
                    <a:pt x="14399" y="8953"/>
                  </a:lnTo>
                  <a:lnTo>
                    <a:pt x="7201" y="8953"/>
                  </a:lnTo>
                  <a:lnTo>
                    <a:pt x="7201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7201" y="21600"/>
                  </a:lnTo>
                  <a:lnTo>
                    <a:pt x="7201" y="12271"/>
                  </a:lnTo>
                  <a:lnTo>
                    <a:pt x="14399" y="12271"/>
                  </a:lnTo>
                  <a:lnTo>
                    <a:pt x="14399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4399" y="0"/>
                    <a:pt x="14399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2" name="Shape">
              <a:extLst>
                <a:ext uri="{FF2B5EF4-FFF2-40B4-BE49-F238E27FC236}">
                  <a16:creationId xmlns:a16="http://schemas.microsoft.com/office/drawing/2014/main" id="{19E015BF-01D9-B145-AA6C-C5EBC37C395F}"/>
                </a:ext>
              </a:extLst>
            </p:cNvPr>
            <p:cNvSpPr/>
            <p:nvPr userDrawn="1"/>
          </p:nvSpPr>
          <p:spPr>
            <a:xfrm>
              <a:off x="3746500" y="11696700"/>
              <a:ext cx="259602" cy="1571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3" name="Shape">
              <a:extLst>
                <a:ext uri="{FF2B5EF4-FFF2-40B4-BE49-F238E27FC236}">
                  <a16:creationId xmlns:a16="http://schemas.microsoft.com/office/drawing/2014/main" id="{F5EB7C81-6CF6-B540-85C5-BE090B6C1631}"/>
                </a:ext>
              </a:extLst>
            </p:cNvPr>
            <p:cNvSpPr/>
            <p:nvPr userDrawn="1"/>
          </p:nvSpPr>
          <p:spPr>
            <a:xfrm>
              <a:off x="4292600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12271"/>
                  </a:lnTo>
                  <a:lnTo>
                    <a:pt x="19496" y="12271"/>
                  </a:lnTo>
                  <a:lnTo>
                    <a:pt x="19496" y="8953"/>
                  </a:lnTo>
                  <a:lnTo>
                    <a:pt x="7994" y="8953"/>
                  </a:lnTo>
                  <a:lnTo>
                    <a:pt x="7994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B8ED7A38-BA08-934E-9596-840EE91DA9B2}"/>
                </a:ext>
              </a:extLst>
            </p:cNvPr>
            <p:cNvSpPr/>
            <p:nvPr userDrawn="1"/>
          </p:nvSpPr>
          <p:spPr>
            <a:xfrm>
              <a:off x="5257799" y="11696700"/>
              <a:ext cx="778983" cy="1571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4901"/>
                  </a:lnTo>
                  <a:cubicBezTo>
                    <a:pt x="14399" y="13335"/>
                    <a:pt x="13641" y="12522"/>
                    <a:pt x="10548" y="12522"/>
                  </a:cubicBezTo>
                  <a:lnTo>
                    <a:pt x="7201" y="12522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10988" y="0"/>
                  </a:lnTo>
                  <a:cubicBezTo>
                    <a:pt x="17998" y="0"/>
                    <a:pt x="21600" y="2003"/>
                    <a:pt x="21600" y="5478"/>
                  </a:cubicBezTo>
                  <a:lnTo>
                    <a:pt x="21600" y="7013"/>
                  </a:lnTo>
                  <a:cubicBezTo>
                    <a:pt x="21600" y="8890"/>
                    <a:pt x="20463" y="10143"/>
                    <a:pt x="17998" y="10832"/>
                  </a:cubicBezTo>
                  <a:cubicBezTo>
                    <a:pt x="20463" y="11457"/>
                    <a:pt x="21600" y="12647"/>
                    <a:pt x="21600" y="14650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698"/>
                  </a:moveTo>
                  <a:cubicBezTo>
                    <a:pt x="14399" y="4163"/>
                    <a:pt x="13641" y="3318"/>
                    <a:pt x="10548" y="3318"/>
                  </a:cubicBezTo>
                  <a:lnTo>
                    <a:pt x="7201" y="3318"/>
                  </a:lnTo>
                  <a:lnTo>
                    <a:pt x="7201" y="9204"/>
                  </a:lnTo>
                  <a:lnTo>
                    <a:pt x="10548" y="9204"/>
                  </a:lnTo>
                  <a:cubicBezTo>
                    <a:pt x="13641" y="9204"/>
                    <a:pt x="14399" y="8328"/>
                    <a:pt x="14399" y="6793"/>
                  </a:cubicBezTo>
                  <a:cubicBezTo>
                    <a:pt x="14399" y="6793"/>
                    <a:pt x="14399" y="5698"/>
                    <a:pt x="14399" y="5698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345270EF-6256-D84F-86EF-F17FFFF14AFA}"/>
                </a:ext>
              </a:extLst>
            </p:cNvPr>
            <p:cNvSpPr/>
            <p:nvPr userDrawn="1"/>
          </p:nvSpPr>
          <p:spPr>
            <a:xfrm>
              <a:off x="6832600" y="11696700"/>
              <a:ext cx="849525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03" y="9673"/>
                  </a:moveTo>
                  <a:cubicBezTo>
                    <a:pt x="17546" y="10581"/>
                    <a:pt x="19806" y="12740"/>
                    <a:pt x="19806" y="16090"/>
                  </a:cubicBezTo>
                  <a:lnTo>
                    <a:pt x="19806" y="21600"/>
                  </a:lnTo>
                  <a:lnTo>
                    <a:pt x="13203" y="21600"/>
                  </a:lnTo>
                  <a:lnTo>
                    <a:pt x="13203" y="16340"/>
                  </a:lnTo>
                  <a:cubicBezTo>
                    <a:pt x="13203" y="14087"/>
                    <a:pt x="11872" y="12521"/>
                    <a:pt x="7412" y="12521"/>
                  </a:cubicBezTo>
                  <a:lnTo>
                    <a:pt x="6603" y="12521"/>
                  </a:lnTo>
                  <a:lnTo>
                    <a:pt x="6603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6603" y="0"/>
                  </a:lnTo>
                  <a:lnTo>
                    <a:pt x="6603" y="9204"/>
                  </a:lnTo>
                  <a:lnTo>
                    <a:pt x="7065" y="9204"/>
                  </a:lnTo>
                  <a:lnTo>
                    <a:pt x="14477" y="0"/>
                  </a:lnTo>
                  <a:lnTo>
                    <a:pt x="21600" y="0"/>
                  </a:lnTo>
                  <a:cubicBezTo>
                    <a:pt x="21600" y="0"/>
                    <a:pt x="13203" y="9673"/>
                    <a:pt x="13203" y="9673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6" name="Shape">
              <a:extLst>
                <a:ext uri="{FF2B5EF4-FFF2-40B4-BE49-F238E27FC236}">
                  <a16:creationId xmlns:a16="http://schemas.microsoft.com/office/drawing/2014/main" id="{59CA0E03-C5DE-644C-A126-CF8FD97A1393}"/>
                </a:ext>
              </a:extLst>
            </p:cNvPr>
            <p:cNvSpPr/>
            <p:nvPr userDrawn="1"/>
          </p:nvSpPr>
          <p:spPr>
            <a:xfrm>
              <a:off x="7861299" y="11683999"/>
              <a:ext cx="778983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00" y="21600"/>
                    <a:pt x="0" y="19826"/>
                    <a:pt x="0" y="16460"/>
                  </a:cubicBezTo>
                  <a:lnTo>
                    <a:pt x="0" y="5262"/>
                  </a:lnTo>
                  <a:cubicBezTo>
                    <a:pt x="0" y="1744"/>
                    <a:pt x="4800" y="0"/>
                    <a:pt x="10800" y="0"/>
                  </a:cubicBezTo>
                  <a:cubicBezTo>
                    <a:pt x="16800" y="0"/>
                    <a:pt x="21600" y="1744"/>
                    <a:pt x="21600" y="5140"/>
                  </a:cubicBezTo>
                  <a:lnTo>
                    <a:pt x="21600" y="16337"/>
                  </a:lnTo>
                  <a:cubicBezTo>
                    <a:pt x="21600" y="19826"/>
                    <a:pt x="16800" y="21600"/>
                    <a:pt x="10800" y="21600"/>
                  </a:cubicBezTo>
                  <a:moveTo>
                    <a:pt x="14399" y="5140"/>
                  </a:moveTo>
                  <a:cubicBezTo>
                    <a:pt x="14399" y="3978"/>
                    <a:pt x="13010" y="3274"/>
                    <a:pt x="10800" y="3274"/>
                  </a:cubicBezTo>
                  <a:cubicBezTo>
                    <a:pt x="8590" y="3274"/>
                    <a:pt x="7201" y="3978"/>
                    <a:pt x="7201" y="5140"/>
                  </a:cubicBezTo>
                  <a:lnTo>
                    <a:pt x="7201" y="16460"/>
                  </a:lnTo>
                  <a:cubicBezTo>
                    <a:pt x="7201" y="17622"/>
                    <a:pt x="8590" y="18295"/>
                    <a:pt x="10800" y="18295"/>
                  </a:cubicBezTo>
                  <a:cubicBezTo>
                    <a:pt x="13010" y="18295"/>
                    <a:pt x="14399" y="17622"/>
                    <a:pt x="14399" y="16460"/>
                  </a:cubicBezTo>
                  <a:cubicBezTo>
                    <a:pt x="14399" y="16460"/>
                    <a:pt x="14399" y="5140"/>
                    <a:pt x="14399" y="514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7" name="Shape">
              <a:extLst>
                <a:ext uri="{FF2B5EF4-FFF2-40B4-BE49-F238E27FC236}">
                  <a16:creationId xmlns:a16="http://schemas.microsoft.com/office/drawing/2014/main" id="{BE3D11DD-4703-7D4E-8FE6-5F6724D73E69}"/>
                </a:ext>
              </a:extLst>
            </p:cNvPr>
            <p:cNvSpPr/>
            <p:nvPr userDrawn="1"/>
          </p:nvSpPr>
          <p:spPr>
            <a:xfrm>
              <a:off x="8915399" y="11696700"/>
              <a:ext cx="1161594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71" y="0"/>
                  </a:moveTo>
                  <a:lnTo>
                    <a:pt x="10673" y="8828"/>
                  </a:lnTo>
                  <a:lnTo>
                    <a:pt x="4827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827" y="21600"/>
                  </a:lnTo>
                  <a:lnTo>
                    <a:pt x="4827" y="6950"/>
                  </a:lnTo>
                  <a:lnTo>
                    <a:pt x="8851" y="13023"/>
                  </a:lnTo>
                  <a:lnTo>
                    <a:pt x="12365" y="13023"/>
                  </a:lnTo>
                  <a:lnTo>
                    <a:pt x="16771" y="6668"/>
                  </a:lnTo>
                  <a:lnTo>
                    <a:pt x="16771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6771" y="0"/>
                    <a:pt x="16771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8" name="Shape">
              <a:extLst>
                <a:ext uri="{FF2B5EF4-FFF2-40B4-BE49-F238E27FC236}">
                  <a16:creationId xmlns:a16="http://schemas.microsoft.com/office/drawing/2014/main" id="{005CA126-0498-9643-8356-E89E1667DF74}"/>
                </a:ext>
              </a:extLst>
            </p:cNvPr>
            <p:cNvSpPr/>
            <p:nvPr userDrawn="1"/>
          </p:nvSpPr>
          <p:spPr>
            <a:xfrm>
              <a:off x="10248899" y="11696700"/>
              <a:ext cx="851818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194"/>
                  </a:lnTo>
                  <a:lnTo>
                    <a:pt x="7509" y="3194"/>
                  </a:lnTo>
                  <a:lnTo>
                    <a:pt x="7509" y="21600"/>
                  </a:lnTo>
                  <a:lnTo>
                    <a:pt x="14091" y="21600"/>
                  </a:lnTo>
                  <a:lnTo>
                    <a:pt x="14091" y="3194"/>
                  </a:lnTo>
                  <a:lnTo>
                    <a:pt x="21600" y="3194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9" name="Shape">
              <a:extLst>
                <a:ext uri="{FF2B5EF4-FFF2-40B4-BE49-F238E27FC236}">
                  <a16:creationId xmlns:a16="http://schemas.microsoft.com/office/drawing/2014/main" id="{E5A61613-86BC-1146-9FDF-0589C1E30E30}"/>
                </a:ext>
              </a:extLst>
            </p:cNvPr>
            <p:cNvSpPr/>
            <p:nvPr userDrawn="1"/>
          </p:nvSpPr>
          <p:spPr>
            <a:xfrm>
              <a:off x="11785600" y="11684000"/>
              <a:ext cx="778980" cy="1589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2378"/>
                  </a:lnTo>
                  <a:lnTo>
                    <a:pt x="7201" y="12378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5322"/>
                  </a:lnTo>
                  <a:cubicBezTo>
                    <a:pt x="0" y="1764"/>
                    <a:pt x="4800" y="0"/>
                    <a:pt x="10736" y="0"/>
                  </a:cubicBezTo>
                  <a:cubicBezTo>
                    <a:pt x="16800" y="0"/>
                    <a:pt x="21600" y="1764"/>
                    <a:pt x="21600" y="5199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199"/>
                  </a:moveTo>
                  <a:cubicBezTo>
                    <a:pt x="14399" y="4022"/>
                    <a:pt x="12947" y="3310"/>
                    <a:pt x="10736" y="3310"/>
                  </a:cubicBezTo>
                  <a:cubicBezTo>
                    <a:pt x="8590" y="3310"/>
                    <a:pt x="7201" y="4022"/>
                    <a:pt x="7201" y="5199"/>
                  </a:cubicBezTo>
                  <a:lnTo>
                    <a:pt x="7201" y="9097"/>
                  </a:lnTo>
                  <a:lnTo>
                    <a:pt x="14399" y="9097"/>
                  </a:lnTo>
                  <a:cubicBezTo>
                    <a:pt x="14399" y="9097"/>
                    <a:pt x="14399" y="5199"/>
                    <a:pt x="14399" y="5199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0" name="Shape">
              <a:extLst>
                <a:ext uri="{FF2B5EF4-FFF2-40B4-BE49-F238E27FC236}">
                  <a16:creationId xmlns:a16="http://schemas.microsoft.com/office/drawing/2014/main" id="{8CA63A0F-2DE0-154A-8B4B-B18F2FAAD6FF}"/>
                </a:ext>
              </a:extLst>
            </p:cNvPr>
            <p:cNvSpPr/>
            <p:nvPr userDrawn="1"/>
          </p:nvSpPr>
          <p:spPr>
            <a:xfrm>
              <a:off x="12839699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6" y="18282"/>
                  </a:lnTo>
                  <a:lnTo>
                    <a:pt x="7996" y="0"/>
                  </a:lnTo>
                  <a:cubicBezTo>
                    <a:pt x="7996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1" name="Shape">
              <a:extLst>
                <a:ext uri="{FF2B5EF4-FFF2-40B4-BE49-F238E27FC236}">
                  <a16:creationId xmlns:a16="http://schemas.microsoft.com/office/drawing/2014/main" id="{EC17CD63-101E-EB4F-8B32-052843E2C2ED}"/>
                </a:ext>
              </a:extLst>
            </p:cNvPr>
            <p:cNvSpPr/>
            <p:nvPr userDrawn="1"/>
          </p:nvSpPr>
          <p:spPr>
            <a:xfrm>
              <a:off x="13741399" y="11696700"/>
              <a:ext cx="701472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0"/>
                  </a:lnTo>
                  <a:cubicBezTo>
                    <a:pt x="7994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2" name="Shape">
              <a:extLst>
                <a:ext uri="{FF2B5EF4-FFF2-40B4-BE49-F238E27FC236}">
                  <a16:creationId xmlns:a16="http://schemas.microsoft.com/office/drawing/2014/main" id="{89E44707-E7FC-0B47-81F1-F1497B7BC1B2}"/>
                </a:ext>
              </a:extLst>
            </p:cNvPr>
            <p:cNvSpPr/>
            <p:nvPr userDrawn="1"/>
          </p:nvSpPr>
          <p:spPr>
            <a:xfrm>
              <a:off x="14643099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12271"/>
                  </a:lnTo>
                  <a:lnTo>
                    <a:pt x="19493" y="12271"/>
                  </a:lnTo>
                  <a:lnTo>
                    <a:pt x="19493" y="8953"/>
                  </a:lnTo>
                  <a:lnTo>
                    <a:pt x="7994" y="8953"/>
                  </a:lnTo>
                  <a:lnTo>
                    <a:pt x="7994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C90552A8-CC7D-E44C-AAD5-5FA77108E966}"/>
                </a:ext>
              </a:extLst>
            </p:cNvPr>
            <p:cNvSpPr/>
            <p:nvPr userDrawn="1"/>
          </p:nvSpPr>
          <p:spPr>
            <a:xfrm>
              <a:off x="15557500" y="11683999"/>
              <a:ext cx="783479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21600"/>
                  </a:moveTo>
                  <a:cubicBezTo>
                    <a:pt x="4770" y="21600"/>
                    <a:pt x="0" y="19611"/>
                    <a:pt x="0" y="16766"/>
                  </a:cubicBezTo>
                  <a:lnTo>
                    <a:pt x="0" y="15297"/>
                  </a:lnTo>
                  <a:lnTo>
                    <a:pt x="7157" y="15297"/>
                  </a:lnTo>
                  <a:lnTo>
                    <a:pt x="7157" y="16460"/>
                  </a:lnTo>
                  <a:cubicBezTo>
                    <a:pt x="7157" y="17744"/>
                    <a:pt x="8851" y="18295"/>
                    <a:pt x="10799" y="18295"/>
                  </a:cubicBezTo>
                  <a:cubicBezTo>
                    <a:pt x="12933" y="18295"/>
                    <a:pt x="14377" y="17622"/>
                    <a:pt x="14377" y="16460"/>
                  </a:cubicBezTo>
                  <a:lnTo>
                    <a:pt x="14377" y="15726"/>
                  </a:lnTo>
                  <a:cubicBezTo>
                    <a:pt x="14377" y="14686"/>
                    <a:pt x="13813" y="14073"/>
                    <a:pt x="12180" y="13401"/>
                  </a:cubicBezTo>
                  <a:lnTo>
                    <a:pt x="3642" y="9912"/>
                  </a:lnTo>
                  <a:cubicBezTo>
                    <a:pt x="2198" y="9332"/>
                    <a:pt x="0" y="7954"/>
                    <a:pt x="0" y="6058"/>
                  </a:cubicBezTo>
                  <a:lnTo>
                    <a:pt x="0" y="5018"/>
                  </a:lnTo>
                  <a:cubicBezTo>
                    <a:pt x="0" y="2080"/>
                    <a:pt x="4269" y="0"/>
                    <a:pt x="10799" y="0"/>
                  </a:cubicBezTo>
                  <a:cubicBezTo>
                    <a:pt x="17268" y="0"/>
                    <a:pt x="21600" y="1989"/>
                    <a:pt x="21600" y="5018"/>
                  </a:cubicBezTo>
                  <a:lnTo>
                    <a:pt x="21600" y="6425"/>
                  </a:lnTo>
                  <a:lnTo>
                    <a:pt x="14377" y="6425"/>
                  </a:lnTo>
                  <a:lnTo>
                    <a:pt x="14377" y="5018"/>
                  </a:lnTo>
                  <a:cubicBezTo>
                    <a:pt x="14377" y="3978"/>
                    <a:pt x="12933" y="3274"/>
                    <a:pt x="10799" y="3274"/>
                  </a:cubicBezTo>
                  <a:cubicBezTo>
                    <a:pt x="8851" y="3274"/>
                    <a:pt x="7157" y="3978"/>
                    <a:pt x="7157" y="5018"/>
                  </a:cubicBezTo>
                  <a:lnTo>
                    <a:pt x="7157" y="5721"/>
                  </a:lnTo>
                  <a:cubicBezTo>
                    <a:pt x="7157" y="6669"/>
                    <a:pt x="7911" y="7190"/>
                    <a:pt x="9168" y="7710"/>
                  </a:cubicBezTo>
                  <a:lnTo>
                    <a:pt x="17705" y="11197"/>
                  </a:lnTo>
                  <a:cubicBezTo>
                    <a:pt x="20343" y="12268"/>
                    <a:pt x="21600" y="13370"/>
                    <a:pt x="21600" y="15053"/>
                  </a:cubicBezTo>
                  <a:lnTo>
                    <a:pt x="21600" y="16704"/>
                  </a:lnTo>
                  <a:cubicBezTo>
                    <a:pt x="21600" y="19520"/>
                    <a:pt x="16765" y="21600"/>
                    <a:pt x="10799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4" name="Shape">
              <a:extLst>
                <a:ext uri="{FF2B5EF4-FFF2-40B4-BE49-F238E27FC236}">
                  <a16:creationId xmlns:a16="http://schemas.microsoft.com/office/drawing/2014/main" id="{E0217824-C8C1-1144-98A9-BC581C128226}"/>
                </a:ext>
              </a:extLst>
            </p:cNvPr>
            <p:cNvSpPr/>
            <p:nvPr userDrawn="1"/>
          </p:nvSpPr>
          <p:spPr>
            <a:xfrm>
              <a:off x="17056100" y="11683999"/>
              <a:ext cx="783479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21600"/>
                  </a:moveTo>
                  <a:cubicBezTo>
                    <a:pt x="4770" y="21600"/>
                    <a:pt x="0" y="19611"/>
                    <a:pt x="0" y="16766"/>
                  </a:cubicBezTo>
                  <a:lnTo>
                    <a:pt x="0" y="15297"/>
                  </a:lnTo>
                  <a:lnTo>
                    <a:pt x="7157" y="15297"/>
                  </a:lnTo>
                  <a:lnTo>
                    <a:pt x="7157" y="16460"/>
                  </a:lnTo>
                  <a:cubicBezTo>
                    <a:pt x="7157" y="17744"/>
                    <a:pt x="8851" y="18295"/>
                    <a:pt x="10799" y="18295"/>
                  </a:cubicBezTo>
                  <a:cubicBezTo>
                    <a:pt x="12933" y="18295"/>
                    <a:pt x="14377" y="17622"/>
                    <a:pt x="14377" y="16460"/>
                  </a:cubicBezTo>
                  <a:lnTo>
                    <a:pt x="14377" y="15726"/>
                  </a:lnTo>
                  <a:cubicBezTo>
                    <a:pt x="14377" y="14686"/>
                    <a:pt x="13813" y="14073"/>
                    <a:pt x="12180" y="13401"/>
                  </a:cubicBezTo>
                  <a:lnTo>
                    <a:pt x="3642" y="9912"/>
                  </a:lnTo>
                  <a:cubicBezTo>
                    <a:pt x="2198" y="9332"/>
                    <a:pt x="0" y="7954"/>
                    <a:pt x="0" y="6058"/>
                  </a:cubicBezTo>
                  <a:lnTo>
                    <a:pt x="0" y="5018"/>
                  </a:lnTo>
                  <a:cubicBezTo>
                    <a:pt x="0" y="2080"/>
                    <a:pt x="4269" y="0"/>
                    <a:pt x="10799" y="0"/>
                  </a:cubicBezTo>
                  <a:cubicBezTo>
                    <a:pt x="17268" y="0"/>
                    <a:pt x="21600" y="1989"/>
                    <a:pt x="21600" y="5018"/>
                  </a:cubicBezTo>
                  <a:lnTo>
                    <a:pt x="21600" y="6425"/>
                  </a:lnTo>
                  <a:lnTo>
                    <a:pt x="14377" y="6425"/>
                  </a:lnTo>
                  <a:lnTo>
                    <a:pt x="14377" y="5018"/>
                  </a:lnTo>
                  <a:cubicBezTo>
                    <a:pt x="14377" y="3978"/>
                    <a:pt x="12933" y="3274"/>
                    <a:pt x="10799" y="3274"/>
                  </a:cubicBezTo>
                  <a:cubicBezTo>
                    <a:pt x="8851" y="3274"/>
                    <a:pt x="7157" y="3978"/>
                    <a:pt x="7157" y="5018"/>
                  </a:cubicBezTo>
                  <a:lnTo>
                    <a:pt x="7157" y="5721"/>
                  </a:lnTo>
                  <a:cubicBezTo>
                    <a:pt x="7157" y="6669"/>
                    <a:pt x="7911" y="7190"/>
                    <a:pt x="9168" y="7710"/>
                  </a:cubicBezTo>
                  <a:lnTo>
                    <a:pt x="17705" y="11197"/>
                  </a:lnTo>
                  <a:cubicBezTo>
                    <a:pt x="20343" y="12268"/>
                    <a:pt x="21600" y="13370"/>
                    <a:pt x="21600" y="15053"/>
                  </a:cubicBezTo>
                  <a:lnTo>
                    <a:pt x="21600" y="16704"/>
                  </a:lnTo>
                  <a:cubicBezTo>
                    <a:pt x="21600" y="19520"/>
                    <a:pt x="16765" y="21600"/>
                    <a:pt x="10799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2C0ACEE0-985F-9A40-B1C0-24545B0B1036}"/>
                </a:ext>
              </a:extLst>
            </p:cNvPr>
            <p:cNvSpPr/>
            <p:nvPr userDrawn="1"/>
          </p:nvSpPr>
          <p:spPr>
            <a:xfrm>
              <a:off x="18084800" y="11684000"/>
              <a:ext cx="778980" cy="1589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2378"/>
                  </a:lnTo>
                  <a:lnTo>
                    <a:pt x="7201" y="12378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5322"/>
                  </a:lnTo>
                  <a:cubicBezTo>
                    <a:pt x="0" y="1764"/>
                    <a:pt x="4800" y="0"/>
                    <a:pt x="10736" y="0"/>
                  </a:cubicBezTo>
                  <a:cubicBezTo>
                    <a:pt x="16800" y="0"/>
                    <a:pt x="21600" y="1764"/>
                    <a:pt x="21600" y="5199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199"/>
                  </a:moveTo>
                  <a:cubicBezTo>
                    <a:pt x="14399" y="4022"/>
                    <a:pt x="12947" y="3310"/>
                    <a:pt x="10736" y="3310"/>
                  </a:cubicBezTo>
                  <a:cubicBezTo>
                    <a:pt x="8590" y="3310"/>
                    <a:pt x="7201" y="4022"/>
                    <a:pt x="7201" y="5199"/>
                  </a:cubicBezTo>
                  <a:lnTo>
                    <a:pt x="7201" y="9097"/>
                  </a:lnTo>
                  <a:lnTo>
                    <a:pt x="14399" y="9097"/>
                  </a:lnTo>
                  <a:cubicBezTo>
                    <a:pt x="14399" y="9097"/>
                    <a:pt x="14399" y="5199"/>
                    <a:pt x="14399" y="5199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6" name="Shape">
              <a:extLst>
                <a:ext uri="{FF2B5EF4-FFF2-40B4-BE49-F238E27FC236}">
                  <a16:creationId xmlns:a16="http://schemas.microsoft.com/office/drawing/2014/main" id="{E2A01ABA-1C8F-0F42-A997-ED9ED0A2156F}"/>
                </a:ext>
              </a:extLst>
            </p:cNvPr>
            <p:cNvSpPr/>
            <p:nvPr userDrawn="1"/>
          </p:nvSpPr>
          <p:spPr>
            <a:xfrm>
              <a:off x="19138900" y="11696700"/>
              <a:ext cx="116168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71" y="0"/>
                  </a:moveTo>
                  <a:lnTo>
                    <a:pt x="10674" y="8828"/>
                  </a:lnTo>
                  <a:lnTo>
                    <a:pt x="4829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829" y="21600"/>
                  </a:lnTo>
                  <a:lnTo>
                    <a:pt x="4829" y="6950"/>
                  </a:lnTo>
                  <a:lnTo>
                    <a:pt x="8854" y="13023"/>
                  </a:lnTo>
                  <a:lnTo>
                    <a:pt x="12367" y="13023"/>
                  </a:lnTo>
                  <a:lnTo>
                    <a:pt x="16771" y="6668"/>
                  </a:lnTo>
                  <a:lnTo>
                    <a:pt x="16771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6771" y="0"/>
                    <a:pt x="16771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C0271F85-37F7-5044-9535-48DA084A84E6}"/>
                </a:ext>
              </a:extLst>
            </p:cNvPr>
            <p:cNvSpPr/>
            <p:nvPr userDrawn="1"/>
          </p:nvSpPr>
          <p:spPr>
            <a:xfrm>
              <a:off x="20586700" y="11696700"/>
              <a:ext cx="701559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5" y="18282"/>
                  </a:lnTo>
                  <a:lnTo>
                    <a:pt x="7995" y="12271"/>
                  </a:lnTo>
                  <a:lnTo>
                    <a:pt x="19493" y="12271"/>
                  </a:lnTo>
                  <a:lnTo>
                    <a:pt x="19493" y="8953"/>
                  </a:lnTo>
                  <a:lnTo>
                    <a:pt x="7995" y="8953"/>
                  </a:lnTo>
                  <a:lnTo>
                    <a:pt x="7995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8" name="Shape">
              <a:extLst>
                <a:ext uri="{FF2B5EF4-FFF2-40B4-BE49-F238E27FC236}">
                  <a16:creationId xmlns:a16="http://schemas.microsoft.com/office/drawing/2014/main" id="{E07BF88C-FC37-E541-8701-23F997D57CE9}"/>
                </a:ext>
              </a:extLst>
            </p:cNvPr>
            <p:cNvSpPr/>
            <p:nvPr userDrawn="1"/>
          </p:nvSpPr>
          <p:spPr>
            <a:xfrm>
              <a:off x="21551899" y="11696700"/>
              <a:ext cx="849614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3" y="0"/>
                  </a:moveTo>
                  <a:lnTo>
                    <a:pt x="15173" y="13523"/>
                  </a:lnTo>
                  <a:lnTo>
                    <a:pt x="5907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6371" y="21600"/>
                  </a:lnTo>
                  <a:lnTo>
                    <a:pt x="6371" y="8265"/>
                  </a:lnTo>
                  <a:lnTo>
                    <a:pt x="15637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5173" y="0"/>
                    <a:pt x="15173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460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F43A3598-AD0A-4E2B-A70B-8C66D95EF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74967" y="6356351"/>
            <a:ext cx="1083733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16A3F-A479-45AB-8C66-C5C1FECFE81B}" type="datetime1">
              <a:rPr lang="en-US" smtClean="0"/>
              <a:t>4/13/2026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269FBD5E-0590-4897-8075-09373A16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0883" y="6356351"/>
            <a:ext cx="799253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8" name="Dianummer">
            <a:extLst>
              <a:ext uri="{FF2B5EF4-FFF2-40B4-BE49-F238E27FC236}">
                <a16:creationId xmlns:a16="http://schemas.microsoft.com/office/drawing/2014/main" id="{D8B88BBF-A69B-4034-BE87-A93161E3E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1"/>
            <a:ext cx="601133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6" name="Logo" descr="hu logo.png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2615"/>
          </a:xfrm>
          <a:prstGeom prst="rect">
            <a:avLst/>
          </a:prstGeom>
        </p:spPr>
      </p:pic>
      <p:sp>
        <p:nvSpPr>
          <p:cNvPr id="9" name="Tijdelijke aanduiding voor titel 8">
            <a:extLst>
              <a:ext uri="{FF2B5EF4-FFF2-40B4-BE49-F238E27FC236}">
                <a16:creationId xmlns:a16="http://schemas.microsoft.com/office/drawing/2014/main" id="{0977E159-79B6-4267-A1D2-09D475E5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325969"/>
            <a:ext cx="100963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E616524E-60E5-4C7A-8687-6CD7C4493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058400" cy="4056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8472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4267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066773" indent="-457189" algn="l" defTabSz="609585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Wingdings" panose="05000000000000000000" pitchFamily="2" charset="2"/>
        <a:buChar char="§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676358" indent="-457189" algn="l" defTabSz="609585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Courier New" panose="02070309020205020404" pitchFamily="49" charset="0"/>
        <a:buChar char="o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0" algn="l" defTabSz="609585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609585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5">
          <p15:clr>
            <a:srgbClr val="F26B43"/>
          </p15:clr>
        </p15:guide>
        <p15:guide id="3" pos="5148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849">
          <p15:clr>
            <a:srgbClr val="F26B43"/>
          </p15:clr>
        </p15:guide>
        <p15:guide id="6" orient="horz" pos="27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osition_over_inheritanc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964A64A-324A-0347-9067-1916E2DEC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1" y="476253"/>
            <a:ext cx="5143883" cy="3566407"/>
          </a:xfrm>
        </p:spPr>
        <p:txBody>
          <a:bodyPr>
            <a:normAutofit/>
          </a:bodyPr>
          <a:lstStyle/>
          <a:p>
            <a:r>
              <a:rPr lang="en-US" sz="4267" dirty="0">
                <a:latin typeface="Arial" panose="020B0604020202020204" pitchFamily="34" charset="0"/>
                <a:cs typeface="Arial" panose="020B0604020202020204" pitchFamily="34" charset="0"/>
              </a:rPr>
              <a:t>Structural design patterns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Hoe OOP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inzetten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voor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betere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code..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C5C66-EA92-8944-8A06-BB25ABC7B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45720" rIns="91440" bIns="45720" rtlCol="0" anchor="t"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2025-2026 Semester 4 TI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4E7B7D-FA7E-7245-8D67-28F97910C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rmAutofit fontScale="77500" lnSpcReduction="20000"/>
          </a:bodyPr>
          <a:lstStyle/>
          <a:p>
            <a:r>
              <a:rPr lang="en-US" dirty="0">
                <a:cs typeface="Arial" panose="020B0604020202020204" pitchFamily="34" charset="0"/>
              </a:rPr>
              <a:t>HBO-ICT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4D1C3-1C5B-AB44-92BF-E500590ED6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6">
            <a:extLst>
              <a:ext uri="{FF2B5EF4-FFF2-40B4-BE49-F238E27FC236}">
                <a16:creationId xmlns:a16="http://schemas.microsoft.com/office/drawing/2014/main" id="{0EBB1B35-9093-8741-9A97-0622CB9B7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193" y="0"/>
            <a:ext cx="6096000" cy="5661248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49002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A69123A-09B4-446E-880A-671B0881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F8B8D0C-BF90-4B7F-AFD9-D312C8D2A7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1" y="1797051"/>
            <a:ext cx="7170463" cy="4080933"/>
          </a:xfrm>
        </p:spPr>
        <p:txBody>
          <a:bodyPr>
            <a:normAutofit fontScale="92500" lnSpcReduction="10000"/>
          </a:bodyPr>
          <a:lstStyle/>
          <a:p>
            <a:pPr marL="609585" indent="-609585">
              <a:buFont typeface="+mj-lt"/>
              <a:buAutoNum type="arabicPeriod"/>
            </a:pPr>
            <a:r>
              <a:rPr lang="nl-NL" dirty="0"/>
              <a:t>Design </a:t>
            </a:r>
            <a:r>
              <a:rPr lang="nl-NL" dirty="0" err="1"/>
              <a:t>patterns</a:t>
            </a:r>
            <a:r>
              <a:rPr lang="nl-NL" dirty="0"/>
              <a:t>: Wat en waarom?</a:t>
            </a:r>
          </a:p>
          <a:p>
            <a:pPr marL="609585" indent="-609585">
              <a:buFont typeface="+mj-lt"/>
              <a:buAutoNum type="arabicPeriod"/>
            </a:pPr>
            <a:r>
              <a:rPr lang="nl-NL" dirty="0" err="1"/>
              <a:t>Structural</a:t>
            </a:r>
            <a:r>
              <a:rPr lang="nl-NL" dirty="0"/>
              <a:t> design </a:t>
            </a:r>
            <a:r>
              <a:rPr lang="nl-NL" dirty="0" err="1"/>
              <a:t>patterns</a:t>
            </a:r>
            <a:r>
              <a:rPr lang="nl-NL" dirty="0"/>
              <a:t>: wat?</a:t>
            </a:r>
          </a:p>
          <a:p>
            <a:pPr marL="1219169" lvl="1" indent="-609585">
              <a:buFont typeface="+mj-lt"/>
              <a:buAutoNum type="arabicPeriod"/>
            </a:pPr>
            <a:r>
              <a:rPr lang="nl-NL" dirty="0"/>
              <a:t>Adapter(</a:t>
            </a:r>
            <a:r>
              <a:rPr lang="nl-NL" dirty="0" err="1"/>
              <a:t>wrapper</a:t>
            </a:r>
            <a:r>
              <a:rPr lang="nl-NL" dirty="0"/>
              <a:t>)</a:t>
            </a:r>
          </a:p>
          <a:p>
            <a:pPr marL="1219169" lvl="1" indent="-609585">
              <a:buFont typeface="+mj-lt"/>
              <a:buAutoNum type="arabicPeriod"/>
            </a:pPr>
            <a:r>
              <a:rPr lang="nl-NL" dirty="0" err="1"/>
              <a:t>Decorator</a:t>
            </a:r>
            <a:endParaRPr lang="nl-NL" dirty="0"/>
          </a:p>
          <a:p>
            <a:pPr marL="1219169" lvl="1" indent="-609585">
              <a:buFont typeface="+mj-lt"/>
              <a:buAutoNum type="arabicPeriod"/>
            </a:pPr>
            <a:r>
              <a:rPr lang="nl-NL" dirty="0"/>
              <a:t>Proxy</a:t>
            </a:r>
          </a:p>
          <a:p>
            <a:pPr marL="1219169" lvl="1" indent="-609585">
              <a:buFont typeface="+mj-lt"/>
              <a:buAutoNum type="arabicPeriod"/>
            </a:pPr>
            <a:r>
              <a:rPr lang="nl-NL" dirty="0"/>
              <a:t>Bridge</a:t>
            </a:r>
          </a:p>
          <a:p>
            <a:pPr marL="1219169" lvl="1" indent="-609585">
              <a:buFont typeface="+mj-lt"/>
              <a:buAutoNum type="arabicPeriod"/>
            </a:pPr>
            <a:r>
              <a:rPr lang="nl-NL" dirty="0" err="1"/>
              <a:t>Facade</a:t>
            </a:r>
            <a:endParaRPr lang="nl-NL" dirty="0"/>
          </a:p>
          <a:p>
            <a:pPr marL="1219169" lvl="1" indent="-609585">
              <a:buFont typeface="+mj-lt"/>
              <a:buAutoNum type="arabicPeriod"/>
            </a:pPr>
            <a:r>
              <a:rPr lang="nl-NL" dirty="0" err="1"/>
              <a:t>Composite</a:t>
            </a:r>
            <a:endParaRPr lang="nl-NL" dirty="0"/>
          </a:p>
          <a:p>
            <a:pPr marL="1219169" lvl="1" indent="-609585">
              <a:buFont typeface="+mj-lt"/>
              <a:buAutoNum type="arabicPeriod"/>
            </a:pPr>
            <a:r>
              <a:rPr lang="nl-NL" dirty="0" err="1"/>
              <a:t>Flyweight</a:t>
            </a:r>
            <a:endParaRPr lang="nl-NL" dirty="0"/>
          </a:p>
          <a:p>
            <a:pPr marL="1219169" lvl="1" indent="-609585">
              <a:buFont typeface="+mj-lt"/>
              <a:buAutoNum type="arabicPeriod"/>
            </a:pPr>
            <a:endParaRPr lang="nl-NL" dirty="0"/>
          </a:p>
        </p:txBody>
      </p:sp>
      <p:pic>
        <p:nvPicPr>
          <p:cNvPr id="7" name="Picture 2" descr="http://gbw-online.nl/wp-content/uploads/2015/02/agenda-stylo.jpg">
            <a:extLst>
              <a:ext uri="{FF2B5EF4-FFF2-40B4-BE49-F238E27FC236}">
                <a16:creationId xmlns:a16="http://schemas.microsoft.com/office/drawing/2014/main" id="{C5C9246F-1432-47FC-A330-4635770CA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4"/>
          <a:stretch/>
        </p:blipFill>
        <p:spPr bwMode="auto">
          <a:xfrm>
            <a:off x="8276808" y="-10930"/>
            <a:ext cx="3915193" cy="376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4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Wat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waarom</a:t>
            </a:r>
            <a:r>
              <a:rPr lang="en-US" dirty="0"/>
              <a:t>?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Structural design patterns</a:t>
            </a:r>
            <a:endParaRPr lang="nl-NL" dirty="0"/>
          </a:p>
        </p:txBody>
      </p:sp>
      <p:pic>
        <p:nvPicPr>
          <p:cNvPr id="4" name="Afbeelding 3" descr="Afbeelding met illustratie&#10;&#10;Automatisch gegenereerde beschrijving">
            <a:extLst>
              <a:ext uri="{FF2B5EF4-FFF2-40B4-BE49-F238E27FC236}">
                <a16:creationId xmlns:a16="http://schemas.microsoft.com/office/drawing/2014/main" id="{B505D750-A02D-4785-A520-AD240D432FE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2486" y="1885353"/>
            <a:ext cx="3749291" cy="49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4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anchor="ctr">
            <a:normAutofit/>
          </a:bodyPr>
          <a:lstStyle/>
          <a:p>
            <a:r>
              <a:rPr lang="en-US" dirty="0"/>
              <a:t>D</a:t>
            </a:r>
            <a:r>
              <a:rPr lang="nl-NL" dirty="0" err="1"/>
              <a:t>esign</a:t>
            </a:r>
            <a:r>
              <a:rPr lang="nl-NL" dirty="0"/>
              <a:t> </a:t>
            </a:r>
            <a:r>
              <a:rPr lang="nl-NL" dirty="0" err="1"/>
              <a:t>patterns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971549" y="1797051"/>
            <a:ext cx="4800000" cy="408093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100" dirty="0"/>
              <a:t>‘</a:t>
            </a:r>
            <a:r>
              <a:rPr lang="en-US" sz="2100" dirty="0" err="1"/>
              <a:t>Standaard</a:t>
            </a:r>
            <a:r>
              <a:rPr lang="en-US" sz="2100" dirty="0"/>
              <a:t>’ </a:t>
            </a:r>
            <a:r>
              <a:rPr lang="en-US" sz="2100" dirty="0" err="1"/>
              <a:t>oplossing</a:t>
            </a:r>
            <a:r>
              <a:rPr lang="en-US" sz="2100" dirty="0"/>
              <a:t> </a:t>
            </a:r>
            <a:r>
              <a:rPr lang="en-US" sz="2100" dirty="0" err="1"/>
              <a:t>voor</a:t>
            </a:r>
            <a:r>
              <a:rPr lang="en-US" sz="2100" dirty="0"/>
              <a:t> </a:t>
            </a:r>
            <a:r>
              <a:rPr lang="en-US" sz="2100" dirty="0" err="1"/>
              <a:t>veelkomende</a:t>
            </a:r>
            <a:r>
              <a:rPr lang="en-US" sz="2100" dirty="0"/>
              <a:t> </a:t>
            </a:r>
            <a:r>
              <a:rPr lang="en-US" sz="2100" dirty="0" err="1"/>
              <a:t>problemen</a:t>
            </a:r>
            <a:endParaRPr lang="en-US" sz="21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100" dirty="0" err="1"/>
              <a:t>Communicatie</a:t>
            </a:r>
            <a:r>
              <a:rPr lang="en-US" sz="2100" dirty="0"/>
              <a:t> tool </a:t>
            </a:r>
            <a:r>
              <a:rPr lang="en-US" sz="2100" dirty="0" err="1"/>
              <a:t>voor</a:t>
            </a:r>
            <a:r>
              <a:rPr lang="en-US" sz="2100" dirty="0"/>
              <a:t> </a:t>
            </a:r>
            <a:r>
              <a:rPr lang="en-US" sz="2100" dirty="0" err="1"/>
              <a:t>complexe</a:t>
            </a:r>
            <a:r>
              <a:rPr lang="en-US" sz="2100" dirty="0"/>
              <a:t> design </a:t>
            </a:r>
            <a:r>
              <a:rPr lang="en-US" sz="2100" dirty="0" err="1"/>
              <a:t>ideeen</a:t>
            </a:r>
            <a:endParaRPr lang="en-US" sz="21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100" dirty="0"/>
              <a:t>Separation of concerns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2100" dirty="0"/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100" dirty="0"/>
              <a:t>Creational (</a:t>
            </a:r>
            <a:r>
              <a:rPr lang="en-US" sz="2100" dirty="0" err="1"/>
              <a:t>bijv</a:t>
            </a:r>
            <a:r>
              <a:rPr lang="en-US" sz="2100" dirty="0"/>
              <a:t>. Singleton, builder, factory)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100" dirty="0"/>
              <a:t>Structural (&lt;= </a:t>
            </a:r>
            <a:r>
              <a:rPr lang="en-US" sz="2100" dirty="0" err="1"/>
              <a:t>vandaag</a:t>
            </a:r>
            <a:r>
              <a:rPr lang="en-US" sz="2100" dirty="0"/>
              <a:t>)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100" dirty="0"/>
              <a:t>Behavioral (iterator, visitor ..)</a:t>
            </a:r>
          </a:p>
        </p:txBody>
      </p:sp>
      <p:pic>
        <p:nvPicPr>
          <p:cNvPr id="1026" name="Picture 2" descr="Design patterns: elements of reusable object-oriented software : Gamma,  Erich, Helm, Richard, Johnson, Ralph, Vlissides, John: Amazon.nl: Boeken">
            <a:extLst>
              <a:ext uri="{FF2B5EF4-FFF2-40B4-BE49-F238E27FC236}">
                <a16:creationId xmlns:a16="http://schemas.microsoft.com/office/drawing/2014/main" id="{B315CCD2-9E96-6659-0B72-57DBBF26A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6280" y="307783"/>
            <a:ext cx="3056760" cy="408093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028" name="Picture 4" descr="Software Design Patterns - Structural">
            <a:extLst>
              <a:ext uri="{FF2B5EF4-FFF2-40B4-BE49-F238E27FC236}">
                <a16:creationId xmlns:a16="http://schemas.microsoft.com/office/drawing/2014/main" id="{6B30C5E7-D973-4488-0F87-84E6D0E96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3769781"/>
            <a:ext cx="56197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84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Structural</a:t>
            </a:r>
            <a:r>
              <a:rPr lang="nl-NL" dirty="0"/>
              <a:t> design </a:t>
            </a:r>
            <a:r>
              <a:rPr lang="nl-NL" dirty="0" err="1"/>
              <a:t>patterns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nl-NL" dirty="0"/>
              <a:t>Antwoord op: Hoe grotere structuren vormen </a:t>
            </a:r>
            <a:r>
              <a:rPr lang="nl-NL" dirty="0" err="1"/>
              <a:t>dmv</a:t>
            </a:r>
            <a:r>
              <a:rPr lang="nl-NL" dirty="0"/>
              <a:t>. klassen/objecten</a:t>
            </a:r>
          </a:p>
          <a:p>
            <a:r>
              <a:rPr lang="nl-NL" dirty="0"/>
              <a:t>Versimpelen van relaties</a:t>
            </a:r>
          </a:p>
          <a:p>
            <a:r>
              <a:rPr lang="nl-NL" dirty="0"/>
              <a:t>Vaak ‘spontaan’ ontstaan bij het </a:t>
            </a:r>
            <a:r>
              <a:rPr lang="nl-NL" dirty="0" err="1"/>
              <a:t>refactoren</a:t>
            </a:r>
            <a:r>
              <a:rPr lang="nl-NL" dirty="0"/>
              <a:t>/versimpelen van code</a:t>
            </a:r>
          </a:p>
          <a:p>
            <a:r>
              <a:rPr lang="nl-NL" dirty="0"/>
              <a:t>Gebruik design </a:t>
            </a:r>
            <a:r>
              <a:rPr lang="nl-NL" dirty="0" err="1"/>
              <a:t>patterns</a:t>
            </a:r>
            <a:r>
              <a:rPr lang="nl-NL" dirty="0"/>
              <a:t> om code te versimpelen/verschonen en NIET ‘omdat je het </a:t>
            </a:r>
            <a:r>
              <a:rPr lang="nl-NL" dirty="0" err="1"/>
              <a:t>persee</a:t>
            </a:r>
            <a:r>
              <a:rPr lang="nl-NL" dirty="0"/>
              <a:t> wilt gebruiken’.</a:t>
            </a:r>
          </a:p>
          <a:p>
            <a:r>
              <a:rPr lang="nl-NL" dirty="0"/>
              <a:t>Kracht van compositie en overerving: Terugkerende thema bij elke design </a:t>
            </a:r>
            <a:r>
              <a:rPr lang="nl-NL" dirty="0" err="1"/>
              <a:t>pattern</a:t>
            </a:r>
            <a:r>
              <a:rPr lang="nl-NL" dirty="0"/>
              <a:t> (en kracht van OOP)!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447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Wanneer welke </a:t>
            </a:r>
            <a:r>
              <a:rPr lang="nl-NL" dirty="0" err="1"/>
              <a:t>pattern</a:t>
            </a:r>
            <a:r>
              <a:rPr lang="nl-NL" dirty="0"/>
              <a:t> gebruiken?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6684"/>
            <a:ext cx="4714632" cy="4056440"/>
          </a:xfrm>
        </p:spPr>
        <p:txBody>
          <a:bodyPr>
            <a:normAutofit/>
          </a:bodyPr>
          <a:lstStyle/>
          <a:p>
            <a:r>
              <a:rPr lang="nl-NL" sz="900" dirty="0"/>
              <a:t>Moet je een complex subsysteem vereenvoudigen? =&gt; </a:t>
            </a:r>
            <a:r>
              <a:rPr lang="nl-NL" sz="900" b="1" dirty="0"/>
              <a:t>FACADE</a:t>
            </a:r>
            <a:br>
              <a:rPr lang="nl-NL" sz="900" dirty="0"/>
            </a:br>
            <a:r>
              <a:rPr lang="nl-NL" sz="900" dirty="0"/>
              <a:t>| (Bied een eenvoudige interface voor complexe code)</a:t>
            </a:r>
            <a:br>
              <a:rPr lang="nl-NL" sz="900" dirty="0"/>
            </a:br>
            <a:endParaRPr lang="nl-NL" sz="900" dirty="0"/>
          </a:p>
          <a:p>
            <a:r>
              <a:rPr lang="nl-NL" sz="900" dirty="0"/>
              <a:t>Moet je één interface omzetten naar een andere? =&gt; </a:t>
            </a:r>
            <a:r>
              <a:rPr lang="nl-NL" sz="900" b="1" dirty="0"/>
              <a:t>ADAPTER</a:t>
            </a:r>
            <a:br>
              <a:rPr lang="nl-NL" sz="900" dirty="0"/>
            </a:br>
            <a:r>
              <a:rPr lang="nl-NL" sz="900" dirty="0"/>
              <a:t>| (Laat incompatibele interfaces samenwerken)</a:t>
            </a:r>
            <a:br>
              <a:rPr lang="nl-NL" sz="900" dirty="0"/>
            </a:br>
            <a:br>
              <a:rPr lang="nl-NL" sz="900" dirty="0"/>
            </a:br>
            <a:r>
              <a:rPr lang="nl-NL" sz="900" dirty="0"/>
              <a:t>Wil je verantwoordelijkheden dynamisch toevoegen (zonder de klasse aan te passen)? =&gt;</a:t>
            </a:r>
            <a:r>
              <a:rPr lang="nl-NL" sz="900" b="1" dirty="0"/>
              <a:t>DECORATOR</a:t>
            </a:r>
            <a:br>
              <a:rPr lang="nl-NL" sz="900" dirty="0"/>
            </a:br>
            <a:r>
              <a:rPr lang="nl-NL" sz="900" dirty="0"/>
              <a:t>| (Wikkel een object om gedrag uit te breiden)</a:t>
            </a:r>
            <a:br>
              <a:rPr lang="nl-NL" sz="900" dirty="0"/>
            </a:br>
            <a:endParaRPr lang="nl-NL" sz="900" dirty="0"/>
          </a:p>
          <a:p>
            <a:r>
              <a:rPr lang="nl-NL" sz="900" dirty="0"/>
              <a:t>Heb je controle nodig over de toegang tot een object? =&gt;</a:t>
            </a:r>
            <a:r>
              <a:rPr lang="nl-NL" sz="900" b="1" dirty="0"/>
              <a:t>PROXY</a:t>
            </a:r>
            <a:br>
              <a:rPr lang="nl-NL" sz="900" dirty="0"/>
            </a:br>
            <a:r>
              <a:rPr lang="nl-NL" sz="900" dirty="0"/>
              <a:t>| (</a:t>
            </a:r>
            <a:r>
              <a:rPr lang="nl-NL" sz="900" dirty="0" err="1"/>
              <a:t>Lazy</a:t>
            </a:r>
            <a:r>
              <a:rPr lang="nl-NL" sz="900" dirty="0"/>
              <a:t> </a:t>
            </a:r>
            <a:r>
              <a:rPr lang="nl-NL" sz="900" dirty="0" err="1"/>
              <a:t>loading</a:t>
            </a:r>
            <a:r>
              <a:rPr lang="nl-NL" sz="900" dirty="0"/>
              <a:t>, toegangscontrole, </a:t>
            </a:r>
            <a:r>
              <a:rPr lang="nl-NL" sz="900" dirty="0" err="1"/>
              <a:t>logging</a:t>
            </a:r>
            <a:r>
              <a:rPr lang="nl-NL" sz="900" dirty="0"/>
              <a:t>, enz.)</a:t>
            </a:r>
            <a:br>
              <a:rPr lang="nl-NL" sz="900" dirty="0"/>
            </a:br>
            <a:endParaRPr lang="nl-NL" sz="900" dirty="0"/>
          </a:p>
          <a:p>
            <a:r>
              <a:rPr lang="nl-NL" sz="900" dirty="0"/>
              <a:t>Wil je individuele objecten en groepen op dezelfde manier behandelen? =&gt; </a:t>
            </a:r>
            <a:r>
              <a:rPr lang="nl-NL" sz="900" b="1" dirty="0"/>
              <a:t>COMPOSITE</a:t>
            </a:r>
            <a:br>
              <a:rPr lang="nl-NL" sz="900" dirty="0"/>
            </a:br>
            <a:r>
              <a:rPr lang="nl-NL" sz="900" dirty="0"/>
              <a:t>| (Boomstructuren zoals bestanden/mappen)</a:t>
            </a:r>
            <a:br>
              <a:rPr lang="nl-NL" sz="900" dirty="0"/>
            </a:br>
            <a:endParaRPr lang="nl-NL" sz="900" dirty="0"/>
          </a:p>
          <a:p>
            <a:r>
              <a:rPr lang="nl-NL" sz="900" dirty="0"/>
              <a:t>Moet je objecten delen om geheugengebruik te verminderen? =&gt; </a:t>
            </a:r>
            <a:r>
              <a:rPr lang="nl-NL" sz="900" b="1" dirty="0"/>
              <a:t>FLYWEIGHT</a:t>
            </a:r>
            <a:br>
              <a:rPr lang="nl-NL" sz="900" dirty="0"/>
            </a:br>
            <a:r>
              <a:rPr lang="nl-NL" sz="900" dirty="0"/>
              <a:t>| (</a:t>
            </a:r>
            <a:r>
              <a:rPr lang="nl-NL" sz="900" dirty="0" err="1"/>
              <a:t>Herbruik</a:t>
            </a:r>
            <a:r>
              <a:rPr lang="nl-NL" sz="900" dirty="0"/>
              <a:t> gemeenschappelijke delen van objecten)</a:t>
            </a:r>
            <a:br>
              <a:rPr lang="nl-NL" sz="900" dirty="0"/>
            </a:br>
            <a:endParaRPr lang="nl-NL" sz="900" dirty="0"/>
          </a:p>
          <a:p>
            <a:r>
              <a:rPr lang="nl-NL" sz="900" dirty="0"/>
              <a:t>Moet je abstractie scheiden van implementatie? =&gt;</a:t>
            </a:r>
            <a:r>
              <a:rPr lang="nl-NL" sz="900" b="1" dirty="0"/>
              <a:t>BRIDGE</a:t>
            </a:r>
            <a:br>
              <a:rPr lang="nl-NL" sz="900" dirty="0"/>
            </a:br>
            <a:r>
              <a:rPr lang="nl-NL" sz="900" dirty="0"/>
              <a:t>| (Ontkoppel interface van implementatie)</a:t>
            </a:r>
            <a:br>
              <a:rPr lang="nl-NL" sz="900" dirty="0"/>
            </a:br>
            <a:endParaRPr lang="nl-NL" sz="900" dirty="0"/>
          </a:p>
        </p:txBody>
      </p:sp>
      <p:pic>
        <p:nvPicPr>
          <p:cNvPr id="2050" name="Picture 2" descr="Example of Structural Design Patterns in C++">
            <a:extLst>
              <a:ext uri="{FF2B5EF4-FFF2-40B4-BE49-F238E27FC236}">
                <a16:creationId xmlns:a16="http://schemas.microsoft.com/office/drawing/2014/main" id="{6A298165-FCC9-2F51-36CD-9A036DF87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39" y="1556792"/>
            <a:ext cx="4825251" cy="383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32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Adapter (</a:t>
            </a:r>
            <a:r>
              <a:rPr lang="nl-NL" dirty="0" err="1"/>
              <a:t>wrapper</a:t>
            </a:r>
            <a:r>
              <a:rPr lang="nl-NL" dirty="0"/>
              <a:t>)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7683A653-6C1F-A650-0A9E-8F496D072801}"/>
              </a:ext>
            </a:extLst>
          </p:cNvPr>
          <p:cNvSpPr txBox="1">
            <a:spLocks/>
          </p:cNvSpPr>
          <p:nvPr/>
        </p:nvSpPr>
        <p:spPr>
          <a:xfrm>
            <a:off x="-168696" y="1388533"/>
            <a:ext cx="4548385" cy="408093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nl-NL" dirty="0"/>
              <a:t>Een van de </a:t>
            </a:r>
            <a:r>
              <a:rPr lang="nl-NL" dirty="0" err="1"/>
              <a:t>simpere</a:t>
            </a:r>
            <a:r>
              <a:rPr lang="nl-NL" dirty="0"/>
              <a:t> </a:t>
            </a:r>
            <a:r>
              <a:rPr lang="nl-NL" dirty="0" err="1"/>
              <a:t>SDP’s</a:t>
            </a:r>
            <a:endParaRPr lang="nl-NL" dirty="0"/>
          </a:p>
          <a:p>
            <a:pPr lvl="1" fontAlgn="auto">
              <a:spcAft>
                <a:spcPts val="0"/>
              </a:spcAft>
            </a:pPr>
            <a:r>
              <a:rPr lang="nl-NL" dirty="0" err="1"/>
              <a:t>Interfacen</a:t>
            </a:r>
            <a:r>
              <a:rPr lang="nl-NL" dirty="0"/>
              <a:t> met bijv. een </a:t>
            </a:r>
            <a:r>
              <a:rPr lang="nl-NL" dirty="0" err="1"/>
              <a:t>legacy</a:t>
            </a:r>
            <a:r>
              <a:rPr lang="nl-NL" dirty="0"/>
              <a:t> systeem</a:t>
            </a:r>
          </a:p>
          <a:p>
            <a:pPr lvl="1" fontAlgn="auto">
              <a:spcAft>
                <a:spcPts val="0"/>
              </a:spcAft>
            </a:pPr>
            <a:r>
              <a:rPr lang="nl-NL" dirty="0"/>
              <a:t>Voorbeeld gebruik door client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74561-4333-87C9-A4D9-8418863A9101}"/>
              </a:ext>
            </a:extLst>
          </p:cNvPr>
          <p:cNvSpPr txBox="1"/>
          <p:nvPr/>
        </p:nvSpPr>
        <p:spPr>
          <a:xfrm>
            <a:off x="4410027" y="1405607"/>
            <a:ext cx="877836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b="1" dirty="0" err="1">
                <a:latin typeface="Verdana" panose="020B0604030504040204" pitchFamily="34" charset="0"/>
                <a:ea typeface="Verdana" panose="020B0604030504040204" pitchFamily="34" charset="0"/>
              </a:rPr>
              <a:t>main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() {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I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work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just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fine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Target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objects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Target *target =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Target;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(target);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"\n\n";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*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The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class has a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weird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interface. See, I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don't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understand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it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 " &lt;&lt;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-&gt;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SpecificRequest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"\n\n";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But I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work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it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via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Adapter:\n";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Adapter *adapter =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Adapter(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(adapter);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"\n";</a:t>
            </a:r>
          </a:p>
          <a:p>
            <a:endParaRPr lang="nl-NL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target;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adaptee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adapter;</a:t>
            </a:r>
          </a:p>
          <a:p>
            <a:endParaRPr lang="nl-NL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return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0;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  <a:p>
            <a:endParaRPr lang="nl-NL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146" name="Picture 2" descr="USB Adapter Converter | 2-USB ports kopen? - SoundImports">
            <a:extLst>
              <a:ext uri="{FF2B5EF4-FFF2-40B4-BE49-F238E27FC236}">
                <a16:creationId xmlns:a16="http://schemas.microsoft.com/office/drawing/2014/main" id="{2E78C721-7549-43A7-684A-FC1EC902E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4437112"/>
            <a:ext cx="2276872" cy="227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58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D19E-CA06-54FB-386B-9D67BDAB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4358-9FB0-9BA3-351E-D2B158CF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>
                <a:latin typeface="+mj-lt"/>
                <a:ea typeface="+mj-ea"/>
                <a:cs typeface="+mj-cs"/>
              </a:rPr>
              <a:t>Decorator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93E34B96-D0FC-407D-A25F-05AC1896CBA6}"/>
              </a:ext>
            </a:extLst>
          </p:cNvPr>
          <p:cNvSpPr txBox="1">
            <a:spLocks/>
          </p:cNvSpPr>
          <p:nvPr/>
        </p:nvSpPr>
        <p:spPr>
          <a:xfrm>
            <a:off x="779208" y="1556792"/>
            <a:ext cx="4800000" cy="46805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Functionaliteit toevoegen (zonder explosie aan </a:t>
            </a:r>
            <a:r>
              <a:rPr lang="nl-NL" dirty="0" err="1"/>
              <a:t>subclassen</a:t>
            </a:r>
            <a:r>
              <a:rPr lang="nl-NL" dirty="0"/>
              <a:t>)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Vergelijkbaar met adapter(</a:t>
            </a:r>
            <a:r>
              <a:rPr lang="nl-NL" dirty="0" err="1"/>
              <a:t>wrapper</a:t>
            </a:r>
            <a:r>
              <a:rPr lang="nl-NL" dirty="0"/>
              <a:t>) </a:t>
            </a:r>
            <a:r>
              <a:rPr lang="nl-NL" dirty="0" err="1"/>
              <a:t>pattern</a:t>
            </a:r>
            <a:r>
              <a:rPr lang="nl-NL" dirty="0"/>
              <a:t> =&gt; Maar bij </a:t>
            </a:r>
            <a:r>
              <a:rPr lang="nl-NL" dirty="0" err="1"/>
              <a:t>decorator</a:t>
            </a:r>
            <a:r>
              <a:rPr lang="nl-NL" dirty="0"/>
              <a:t> meerdere lagen toevoegen mogelijk, en interface blijft gelijk/wordt uitgebreid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Te herkennen aan </a:t>
            </a:r>
            <a:r>
              <a:rPr lang="nl-NL" dirty="0" err="1"/>
              <a:t>constructor</a:t>
            </a:r>
            <a:r>
              <a:rPr lang="nl-NL" dirty="0"/>
              <a:t> die een Component object meekrijgt</a:t>
            </a:r>
          </a:p>
        </p:txBody>
      </p:sp>
      <p:pic>
        <p:nvPicPr>
          <p:cNvPr id="3074" name="Picture 2" descr="Structure of the Decorator design pattern">
            <a:extLst>
              <a:ext uri="{FF2B5EF4-FFF2-40B4-BE49-F238E27FC236}">
                <a16:creationId xmlns:a16="http://schemas.microsoft.com/office/drawing/2014/main" id="{92F20ED3-B53F-FC51-B75E-285BEBF00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2793" y="1797051"/>
            <a:ext cx="3767015" cy="408093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0B84BB-10D7-09AE-70A1-0BDF38C18CE5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5356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B11D-D231-4E8B-8FB8-A713842C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D8D0-CAC4-666E-7EDA-84E21049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 dirty="0" err="1">
                <a:latin typeface="+mj-lt"/>
                <a:ea typeface="+mj-ea"/>
                <a:cs typeface="+mj-cs"/>
              </a:rPr>
              <a:t>Decorator</a:t>
            </a:r>
            <a:r>
              <a:rPr lang="nl-NL" b="1" kern="1200" dirty="0">
                <a:latin typeface="+mj-lt"/>
                <a:ea typeface="+mj-ea"/>
                <a:cs typeface="+mj-cs"/>
              </a:rPr>
              <a:t> – hoe gebruiken?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8DEB8BAD-3BE3-FA4D-382C-B326190600FE}"/>
              </a:ext>
            </a:extLst>
          </p:cNvPr>
          <p:cNvSpPr txBox="1">
            <a:spLocks/>
          </p:cNvSpPr>
          <p:nvPr/>
        </p:nvSpPr>
        <p:spPr>
          <a:xfrm>
            <a:off x="779208" y="1556792"/>
            <a:ext cx="4668720" cy="45365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main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() {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/**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This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way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client code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support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both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components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...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*/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Component*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ConcreteComponent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I've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got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component:\n";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&lt;&lt; "\n\n";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/**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 ...as well as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decorated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ones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Note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decorators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wrap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not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only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components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but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other</a:t>
            </a: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decorators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as well.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 */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Component* decorator1 =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ConcreteDecoratorA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Component* decorator2 =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ConcreteDecoratorB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(decorator1);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Now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I've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got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decorated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component:\n";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(decorator2);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&lt;&lt; "\n";</a:t>
            </a:r>
          </a:p>
          <a:p>
            <a:pPr marL="0" indent="0">
              <a:buNone/>
            </a:pP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decorator1;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decorator2;</a:t>
            </a:r>
          </a:p>
          <a:p>
            <a:pPr marL="0" indent="0">
              <a:buNone/>
            </a:pP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sz="1000" b="1" dirty="0">
                <a:latin typeface="Verdana" panose="020B0604030504040204" pitchFamily="34" charset="0"/>
                <a:ea typeface="Verdana" panose="020B0604030504040204" pitchFamily="34" charset="0"/>
              </a:rPr>
              <a:t>return</a:t>
            </a: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 0;</a:t>
            </a:r>
          </a:p>
          <a:p>
            <a:pPr marL="0" indent="0">
              <a:buNone/>
            </a:pPr>
            <a:r>
              <a:rPr lang="nl-NL" sz="1000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  <a:p>
            <a:pPr marL="0" indent="0">
              <a:buNone/>
            </a:pP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fontAlgn="auto">
              <a:spcAft>
                <a:spcPts val="600"/>
              </a:spcAft>
              <a:buSzPct val="120000"/>
              <a:buNone/>
            </a:pPr>
            <a:endParaRPr lang="nl-NL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4FCA8-BC66-EC14-A4CF-4CEECE6AFB0C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171CBEF-8F35-A5A5-EBD6-6CBBEC80EEB2}"/>
              </a:ext>
            </a:extLst>
          </p:cNvPr>
          <p:cNvSpPr txBox="1"/>
          <p:nvPr/>
        </p:nvSpPr>
        <p:spPr>
          <a:xfrm>
            <a:off x="6960096" y="1988840"/>
            <a:ext cx="39365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Client: </a:t>
            </a:r>
            <a:r>
              <a:rPr lang="nl-NL" dirty="0" err="1"/>
              <a:t>I've</a:t>
            </a:r>
            <a:r>
              <a:rPr lang="nl-NL" dirty="0"/>
              <a:t> </a:t>
            </a:r>
            <a:r>
              <a:rPr lang="nl-NL" dirty="0" err="1"/>
              <a:t>got</a:t>
            </a:r>
            <a:r>
              <a:rPr lang="nl-NL" dirty="0"/>
              <a:t> a </a:t>
            </a:r>
            <a:r>
              <a:rPr lang="nl-NL" dirty="0" err="1"/>
              <a:t>simple</a:t>
            </a:r>
            <a:r>
              <a:rPr lang="nl-NL" dirty="0"/>
              <a:t> component:</a:t>
            </a:r>
          </a:p>
          <a:p>
            <a:r>
              <a:rPr lang="nl-NL" dirty="0"/>
              <a:t>RESULT: </a:t>
            </a:r>
            <a:r>
              <a:rPr lang="nl-NL" dirty="0" err="1"/>
              <a:t>ConcreteComponent</a:t>
            </a:r>
            <a:endParaRPr lang="nl-NL" dirty="0"/>
          </a:p>
          <a:p>
            <a:endParaRPr lang="nl-NL" dirty="0"/>
          </a:p>
          <a:p>
            <a:r>
              <a:rPr lang="nl-NL" dirty="0"/>
              <a:t>Client: 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I've</a:t>
            </a:r>
            <a:r>
              <a:rPr lang="nl-NL" dirty="0"/>
              <a:t> </a:t>
            </a:r>
            <a:r>
              <a:rPr lang="nl-NL" dirty="0" err="1"/>
              <a:t>got</a:t>
            </a:r>
            <a:r>
              <a:rPr lang="nl-NL" dirty="0"/>
              <a:t> a </a:t>
            </a:r>
            <a:r>
              <a:rPr lang="nl-NL" dirty="0" err="1"/>
              <a:t>decorated</a:t>
            </a:r>
            <a:r>
              <a:rPr lang="nl-NL" dirty="0"/>
              <a:t> component:</a:t>
            </a:r>
          </a:p>
          <a:p>
            <a:r>
              <a:rPr lang="nl-NL" dirty="0"/>
              <a:t>RESULT: </a:t>
            </a:r>
            <a:r>
              <a:rPr lang="nl-NL" dirty="0" err="1"/>
              <a:t>ConcreteDecoratorB</a:t>
            </a:r>
            <a:r>
              <a:rPr lang="nl-NL" dirty="0"/>
              <a:t>(</a:t>
            </a:r>
            <a:r>
              <a:rPr lang="nl-NL" dirty="0" err="1"/>
              <a:t>ConcreteDecoratorA</a:t>
            </a:r>
            <a:r>
              <a:rPr lang="nl-NL" dirty="0"/>
              <a:t>(</a:t>
            </a:r>
            <a:r>
              <a:rPr lang="nl-NL" dirty="0" err="1"/>
              <a:t>ConcreteComponent</a:t>
            </a:r>
            <a:r>
              <a:rPr lang="nl-NL" dirty="0"/>
              <a:t>))</a:t>
            </a:r>
          </a:p>
          <a:p>
            <a:endParaRPr lang="nl-NL" dirty="0"/>
          </a:p>
        </p:txBody>
      </p:sp>
      <p:pic>
        <p:nvPicPr>
          <p:cNvPr id="5122" name="Picture 2" descr="&quot;decorator&quot; picture">
            <a:extLst>
              <a:ext uri="{FF2B5EF4-FFF2-40B4-BE49-F238E27FC236}">
                <a16:creationId xmlns:a16="http://schemas.microsoft.com/office/drawing/2014/main" id="{3D8D7199-B7E9-1EDD-7167-6B0980749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4454995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15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F1CF-69F1-C717-953D-85E796B2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4273-8D3F-7D28-3944-784CBE4F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 dirty="0">
                <a:latin typeface="+mj-lt"/>
                <a:ea typeface="+mj-ea"/>
                <a:cs typeface="+mj-cs"/>
              </a:rPr>
              <a:t>Proxy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867E2B7D-3C4A-7B21-0932-ADF526E1AA4F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800000" cy="40809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 err="1"/>
              <a:t>Placeholder</a:t>
            </a:r>
            <a:r>
              <a:rPr lang="nl-NL" dirty="0"/>
              <a:t> in plaats van object direct gebruiken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In c++ gebruik je het al..? Smart pointers! =&gt; Onderliggende object gebruik die  ‘</a:t>
            </a:r>
            <a:r>
              <a:rPr lang="nl-NL" dirty="0" err="1"/>
              <a:t>gewrapt</a:t>
            </a:r>
            <a:r>
              <a:rPr lang="nl-NL" dirty="0"/>
              <a:t>’ is in </a:t>
            </a:r>
            <a:r>
              <a:rPr lang="nl-NL" dirty="0" err="1"/>
              <a:t>unique_ptr</a:t>
            </a:r>
            <a:endParaRPr lang="nl-NL" dirty="0"/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Bijv. </a:t>
            </a:r>
            <a:r>
              <a:rPr lang="nl-NL" dirty="0" err="1"/>
              <a:t>checkAccess</a:t>
            </a:r>
            <a:r>
              <a:rPr lang="nl-NL" dirty="0"/>
              <a:t>, </a:t>
            </a:r>
            <a:r>
              <a:rPr lang="nl-NL" dirty="0" err="1"/>
              <a:t>lazy</a:t>
            </a:r>
            <a:r>
              <a:rPr lang="nl-NL" dirty="0"/>
              <a:t> </a:t>
            </a:r>
            <a:r>
              <a:rPr lang="nl-NL" dirty="0" err="1"/>
              <a:t>loading</a:t>
            </a:r>
            <a:r>
              <a:rPr lang="nl-NL" dirty="0"/>
              <a:t> (aanmaken als het écht nodig is.. </a:t>
            </a:r>
            <a:r>
              <a:rPr lang="nl-NL" dirty="0" err="1"/>
              <a:t>Etc</a:t>
            </a:r>
            <a:r>
              <a:rPr lang="nl-NL" dirty="0"/>
              <a:t>)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4098" name="Picture 2" descr="Structure of the Proxy design pattern">
            <a:extLst>
              <a:ext uri="{FF2B5EF4-FFF2-40B4-BE49-F238E27FC236}">
                <a16:creationId xmlns:a16="http://schemas.microsoft.com/office/drawing/2014/main" id="{D551E00A-7182-9694-C499-EFDDEDA0F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5834" y="1797051"/>
            <a:ext cx="4080933" cy="408093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914F7A-7B2B-D575-BF3C-6559866A164B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274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DEE2-5A12-965A-8C1B-8E22D83E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A77B-197D-C26F-756F-896A3A65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 dirty="0">
                <a:latin typeface="+mj-lt"/>
                <a:ea typeface="+mj-ea"/>
                <a:cs typeface="+mj-cs"/>
              </a:rPr>
              <a:t>Proxy: Is het geen adapter/</a:t>
            </a:r>
            <a:r>
              <a:rPr lang="nl-NL" b="1" kern="1200" dirty="0" err="1">
                <a:latin typeface="+mj-lt"/>
                <a:ea typeface="+mj-ea"/>
                <a:cs typeface="+mj-cs"/>
              </a:rPr>
              <a:t>wrapper</a:t>
            </a:r>
            <a:r>
              <a:rPr lang="nl-NL" b="1" kern="1200" dirty="0"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89A414E5-332E-DEE9-37BC-C3AC0EA8BB69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188348" cy="408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 err="1"/>
              <a:t>Placeholder</a:t>
            </a:r>
            <a:r>
              <a:rPr lang="nl-NL" dirty="0"/>
              <a:t> in plaats van object direct gebruiken, maar </a:t>
            </a:r>
            <a:r>
              <a:rPr lang="nl-NL" dirty="0" err="1"/>
              <a:t>itt</a:t>
            </a:r>
            <a:r>
              <a:rPr lang="nl-NL" dirty="0"/>
              <a:t>. Tot adapter blijft interface (hoe client het gebruikt!) hetzelfde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DFC20-72F5-C987-763F-9E5430C20FAB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4332D-E2ED-B268-D11F-AAFD607C7FEE}"/>
              </a:ext>
            </a:extLst>
          </p:cNvPr>
          <p:cNvSpPr txBox="1"/>
          <p:nvPr/>
        </p:nvSpPr>
        <p:spPr>
          <a:xfrm>
            <a:off x="5425185" y="1874728"/>
            <a:ext cx="673402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b="1" dirty="0" err="1">
                <a:latin typeface="Verdana" panose="020B0604030504040204" pitchFamily="34" charset="0"/>
                <a:ea typeface="Verdana" panose="020B0604030504040204" pitchFamily="34" charset="0"/>
              </a:rPr>
              <a:t>main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() {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Executing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client code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a real subject:\n";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*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real_subject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(*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real_subject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::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&lt;&lt; "Client: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Executing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same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client code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a proxy:\n";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Proxy *proxy =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new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Proxy(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real_subject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ClientCode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(*proxy);</a:t>
            </a:r>
          </a:p>
          <a:p>
            <a:endParaRPr lang="nl-NL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dirty="0" err="1">
                <a:latin typeface="Verdana" panose="020B0604030504040204" pitchFamily="34" charset="0"/>
                <a:ea typeface="Verdana" panose="020B0604030504040204" pitchFamily="34" charset="0"/>
              </a:rPr>
              <a:t>real_subject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delete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proxy;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nl-NL" b="1" dirty="0">
                <a:latin typeface="Verdana" panose="020B0604030504040204" pitchFamily="34" charset="0"/>
                <a:ea typeface="Verdana" panose="020B0604030504040204" pitchFamily="34" charset="0"/>
              </a:rPr>
              <a:t>return</a:t>
            </a: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 0;</a:t>
            </a:r>
          </a:p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  <a:p>
            <a:endParaRPr lang="nl-NL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22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1C46-7106-EB7A-011F-F952951A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7F17-D3BB-86FF-7940-6A25681E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nl-NL" b="1" kern="1200">
                <a:latin typeface="+mj-lt"/>
                <a:ea typeface="+mj-ea"/>
                <a:cs typeface="+mj-cs"/>
              </a:rPr>
              <a:t>Bridge: Explosie van subclasses vermijden</a:t>
            </a:r>
            <a:endParaRPr lang="nl-NL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CF9B5-F32B-17A7-47F0-E155AEF63778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1026" name="Picture 2" descr="Bridge pattern problem">
            <a:extLst>
              <a:ext uri="{FF2B5EF4-FFF2-40B4-BE49-F238E27FC236}">
                <a16:creationId xmlns:a16="http://schemas.microsoft.com/office/drawing/2014/main" id="{DEC04E9E-6C21-AAAD-33DC-5EE9D24C9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21" y="3140968"/>
            <a:ext cx="4572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lution suggested by the Bridge pattern">
            <a:extLst>
              <a:ext uri="{FF2B5EF4-FFF2-40B4-BE49-F238E27FC236}">
                <a16:creationId xmlns:a16="http://schemas.microsoft.com/office/drawing/2014/main" id="{A2434B49-E230-9C4A-D701-D2C3009ED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179" y="4487044"/>
            <a:ext cx="4381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4D62432B-3E22-393B-8087-1BC6C4DB024A}"/>
              </a:ext>
            </a:extLst>
          </p:cNvPr>
          <p:cNvSpPr txBox="1"/>
          <p:nvPr/>
        </p:nvSpPr>
        <p:spPr>
          <a:xfrm>
            <a:off x="5228229" y="1826597"/>
            <a:ext cx="4972227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Class uitbreiden in beide richtingen (bijv. vormen die zowel een kleur eigenschap hebben, als een vorm eigenschap)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266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5EC9-E281-EE06-4146-6B9DC67A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4B15-2C1D-0C46-2242-2AD3DE40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nl-NL" b="1" kern="1200">
                <a:latin typeface="+mj-lt"/>
                <a:ea typeface="+mj-ea"/>
                <a:cs typeface="+mj-cs"/>
              </a:rPr>
              <a:t>Bridge: Explosie van subclasses vermijden</a:t>
            </a:r>
            <a:endParaRPr lang="nl-NL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0751E2B1-4A10-4BA8-1AE2-A79D6BEBA925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188348" cy="40809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 err="1"/>
              <a:t>Ipv</a:t>
            </a:r>
            <a:r>
              <a:rPr lang="nl-NL" dirty="0"/>
              <a:t>. </a:t>
            </a:r>
            <a:r>
              <a:rPr lang="nl-NL" dirty="0" err="1"/>
              <a:t>RemoteRadio</a:t>
            </a:r>
            <a:r>
              <a:rPr lang="nl-NL" dirty="0"/>
              <a:t>, </a:t>
            </a:r>
            <a:r>
              <a:rPr lang="nl-NL" dirty="0" err="1"/>
              <a:t>RemoteTV</a:t>
            </a:r>
            <a:r>
              <a:rPr lang="nl-NL" dirty="0"/>
              <a:t>, Remote&lt;</a:t>
            </a:r>
            <a:r>
              <a:rPr lang="nl-NL" dirty="0" err="1"/>
              <a:t>somedevice</a:t>
            </a:r>
            <a:r>
              <a:rPr lang="nl-NL" dirty="0"/>
              <a:t>&gt; heeft Remote een Device object (compositie)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Compositie </a:t>
            </a:r>
            <a:r>
              <a:rPr lang="nl-NL" dirty="0" err="1"/>
              <a:t>ipv</a:t>
            </a:r>
            <a:r>
              <a:rPr lang="nl-NL" dirty="0"/>
              <a:t>. Overerving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>
                <a:hlinkClick r:id="rId3"/>
              </a:rPr>
              <a:t>https://en.wikipedia.org/wiki/Composition_over_inheritance</a:t>
            </a:r>
            <a:r>
              <a:rPr lang="nl-NL" dirty="0"/>
              <a:t> 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790DC-1959-F000-C531-86AAE047D36E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5122" name="Picture 2" descr="Structure of the Bridge pattern example">
            <a:extLst>
              <a:ext uri="{FF2B5EF4-FFF2-40B4-BE49-F238E27FC236}">
                <a16:creationId xmlns:a16="http://schemas.microsoft.com/office/drawing/2014/main" id="{225BF925-77C8-6AE2-2F45-4155DB128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612" y="1296888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85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E5CC-084B-1224-999E-39B112DB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E849-2EE2-94A1-1A5C-E206E2EE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 dirty="0">
                <a:latin typeface="+mj-lt"/>
                <a:ea typeface="+mj-ea"/>
                <a:cs typeface="+mj-cs"/>
              </a:rPr>
              <a:t>Façade: Versimpelde interface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F994FF83-F8AA-3723-DD04-4AD953FE3CFF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800000" cy="408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sz="2300" dirty="0"/>
              <a:t>Leesbaarheid en bruikbaarheid vergroten</a:t>
            </a:r>
          </a:p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sz="2300" dirty="0"/>
              <a:t>Complexe functionaliteit verschuilen achter een API</a:t>
            </a:r>
          </a:p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sz="2300" dirty="0"/>
          </a:p>
        </p:txBody>
      </p:sp>
      <p:pic>
        <p:nvPicPr>
          <p:cNvPr id="2050" name="Picture 2" descr="The structure of the Facade pattern example">
            <a:extLst>
              <a:ext uri="{FF2B5EF4-FFF2-40B4-BE49-F238E27FC236}">
                <a16:creationId xmlns:a16="http://schemas.microsoft.com/office/drawing/2014/main" id="{F3363CB8-1390-177F-63AB-3BA4947E9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2237317"/>
            <a:ext cx="4800600" cy="32004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BA2FAB-323D-CE65-AE97-5506C613A518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1B772DF-E223-F8CE-554B-BE698BBB5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13" y="3407606"/>
            <a:ext cx="5184576" cy="345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83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21E5-B3AF-B269-934B-35967CC9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C548-AD3B-A3E9-9929-140F1AE4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 dirty="0" err="1">
                <a:latin typeface="+mj-lt"/>
                <a:ea typeface="+mj-ea"/>
                <a:cs typeface="+mj-cs"/>
              </a:rPr>
              <a:t>Composite</a:t>
            </a:r>
            <a:r>
              <a:rPr lang="nl-NL" b="1" kern="1200" dirty="0">
                <a:latin typeface="+mj-lt"/>
                <a:ea typeface="+mj-ea"/>
                <a:cs typeface="+mj-cs"/>
              </a:rPr>
              <a:t>: </a:t>
            </a:r>
            <a:r>
              <a:rPr lang="nl-NL" b="1" kern="1200" dirty="0" err="1">
                <a:latin typeface="+mj-lt"/>
                <a:ea typeface="+mj-ea"/>
                <a:cs typeface="+mj-cs"/>
              </a:rPr>
              <a:t>All</a:t>
            </a:r>
            <a:r>
              <a:rPr lang="nl-NL" b="1" kern="1200" dirty="0">
                <a:latin typeface="+mj-lt"/>
                <a:ea typeface="+mj-ea"/>
                <a:cs typeface="+mj-cs"/>
              </a:rPr>
              <a:t> </a:t>
            </a:r>
            <a:r>
              <a:rPr lang="nl-NL" b="1" kern="1200" dirty="0" err="1">
                <a:latin typeface="+mj-lt"/>
                <a:ea typeface="+mj-ea"/>
                <a:cs typeface="+mj-cs"/>
              </a:rPr>
              <a:t>the</a:t>
            </a:r>
            <a:r>
              <a:rPr lang="nl-NL" b="1" kern="1200" dirty="0">
                <a:latin typeface="+mj-lt"/>
                <a:ea typeface="+mj-ea"/>
                <a:cs typeface="+mj-cs"/>
              </a:rPr>
              <a:t> way </a:t>
            </a:r>
            <a:r>
              <a:rPr lang="nl-NL" b="1" kern="1200" dirty="0" err="1">
                <a:latin typeface="+mj-lt"/>
                <a:ea typeface="+mj-ea"/>
                <a:cs typeface="+mj-cs"/>
              </a:rPr>
              <a:t>composition</a:t>
            </a:r>
            <a:endParaRPr lang="nl-NL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D9682B1A-6DA9-0D51-7D79-CD88C63E31FE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487367" cy="408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sz="2300" dirty="0"/>
              <a:t>Nuttig als je een boom structuur hebt ( en je de </a:t>
            </a:r>
            <a:r>
              <a:rPr lang="nl-NL" sz="2300" dirty="0" err="1"/>
              <a:t>leafs</a:t>
            </a:r>
            <a:r>
              <a:rPr lang="nl-NL" sz="2300" dirty="0"/>
              <a:t> en takken op dezelfde manier wilt benaderen..)</a:t>
            </a:r>
          </a:p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sz="2300" dirty="0"/>
              <a:t>Zo niet, </a:t>
            </a:r>
            <a:r>
              <a:rPr lang="nl-NL" sz="2300" dirty="0" err="1"/>
              <a:t>nvm</a:t>
            </a:r>
            <a:endParaRPr lang="nl-NL" sz="2300" dirty="0"/>
          </a:p>
          <a:p>
            <a:pPr marL="457189" lvl="1" fontAlgn="auto">
              <a:lnSpc>
                <a:spcPct val="110000"/>
              </a:lnSpc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sz="2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147DC-8508-8E50-541D-EE918941C0B8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3076" name="Picture 4" descr="JavaScript Composite Design Pattern">
            <a:extLst>
              <a:ext uri="{FF2B5EF4-FFF2-40B4-BE49-F238E27FC236}">
                <a16:creationId xmlns:a16="http://schemas.microsoft.com/office/drawing/2014/main" id="{4866E5ED-ECBA-D566-FA8E-C18FBCE00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12" y="1660327"/>
            <a:ext cx="305752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tructure of the Composite design pattern">
            <a:extLst>
              <a:ext uri="{FF2B5EF4-FFF2-40B4-BE49-F238E27FC236}">
                <a16:creationId xmlns:a16="http://schemas.microsoft.com/office/drawing/2014/main" id="{3967BAE5-37E3-52CA-D569-225E749BE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916" y="1621286"/>
            <a:ext cx="3429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974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EA54-7AEF-2C3E-DB70-7A5E0CDB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2FD9-6365-B96D-6F93-FFF74C7E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>
                <a:latin typeface="+mj-lt"/>
                <a:ea typeface="+mj-ea"/>
                <a:cs typeface="+mj-cs"/>
              </a:rPr>
              <a:t>Flyweight</a:t>
            </a:r>
            <a:r>
              <a:rPr lang="nl-NL" b="1" kern="1200" dirty="0">
                <a:latin typeface="+mj-lt"/>
                <a:ea typeface="+mj-ea"/>
                <a:cs typeface="+mj-cs"/>
              </a:rPr>
              <a:t>: want geheugen is duur..</a:t>
            </a:r>
          </a:p>
        </p:txBody>
      </p:sp>
      <p:sp>
        <p:nvSpPr>
          <p:cNvPr id="4" name="Tijdelijke aanduiding voor inhoud 5">
            <a:extLst>
              <a:ext uri="{FF2B5EF4-FFF2-40B4-BE49-F238E27FC236}">
                <a16:creationId xmlns:a16="http://schemas.microsoft.com/office/drawing/2014/main" id="{FFAB3E85-96C6-46F6-554A-1A28363A6331}"/>
              </a:ext>
            </a:extLst>
          </p:cNvPr>
          <p:cNvSpPr txBox="1">
            <a:spLocks/>
          </p:cNvSpPr>
          <p:nvPr/>
        </p:nvSpPr>
        <p:spPr>
          <a:xfrm>
            <a:off x="971549" y="1797051"/>
            <a:ext cx="4800000" cy="408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6773" indent="-457189" algn="l" defTabSz="609585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76358" indent="-457189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nl-NL" dirty="0"/>
              <a:t>Delen van intrinsieke state tussen objecten, data duplicatie voorkomen </a:t>
            </a:r>
          </a:p>
          <a:p>
            <a:pPr marL="457189" lvl="1" fontAlgn="auto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4098" name="Picture 2" descr="A row of trees, each of which has its own Mesh, Bark, Leaves, Params, and Position.">
            <a:extLst>
              <a:ext uri="{FF2B5EF4-FFF2-40B4-BE49-F238E27FC236}">
                <a16:creationId xmlns:a16="http://schemas.microsoft.com/office/drawing/2014/main" id="{EA10C73D-183B-1756-1532-6C428A8DA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3472" y="1797051"/>
            <a:ext cx="4800600" cy="236798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BF04D-E172-8139-1418-45603FF31023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4100" name="Picture 4" descr="A row of trees each with its own Params and Position, but pointing to a shared Model with a Mesh, Bark, and Leaves.">
            <a:extLst>
              <a:ext uri="{FF2B5EF4-FFF2-40B4-BE49-F238E27FC236}">
                <a16:creationId xmlns:a16="http://schemas.microsoft.com/office/drawing/2014/main" id="{FC4B2F0B-F964-D283-6EA2-801C93BEF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153" y="4102407"/>
            <a:ext cx="6530448" cy="276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470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BFE87-29A2-EB63-FB4A-79220C9A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object </a:t>
            </a:r>
            <a:r>
              <a:rPr lang="nl-NL" dirty="0" err="1"/>
              <a:t>oriented</a:t>
            </a:r>
            <a:r>
              <a:rPr lang="nl-NL" dirty="0"/>
              <a:t> is jouw code?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DF2244-03DA-D8A8-48DD-5966848ADC2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nl-NL" dirty="0"/>
              <a:t>Hoe ‘OO’ is jouw code?</a:t>
            </a:r>
          </a:p>
          <a:p>
            <a:r>
              <a:rPr lang="nl-NL" dirty="0"/>
              <a:t>Kunnen design </a:t>
            </a:r>
            <a:r>
              <a:rPr lang="nl-NL" dirty="0" err="1"/>
              <a:t>patterns</a:t>
            </a:r>
            <a:r>
              <a:rPr lang="nl-NL" dirty="0"/>
              <a:t> je code mooier maken?</a:t>
            </a:r>
          </a:p>
        </p:txBody>
      </p:sp>
    </p:spTree>
    <p:extLst>
      <p:ext uri="{BB962C8B-B14F-4D97-AF65-F5344CB8AC3E}">
        <p14:creationId xmlns:p14="http://schemas.microsoft.com/office/powerpoint/2010/main" val="2915483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80FF-E8BA-D662-FC15-93AEEAD3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7F04-44CE-473F-0F90-8E0663262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760" y="2103967"/>
            <a:ext cx="1800199" cy="18290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6600" b="1" kern="1200" dirty="0">
                <a:latin typeface="Verdana" panose="020B0604030504040204" pitchFamily="34" charset="0"/>
                <a:ea typeface="Verdana" panose="020B0604030504040204" pitchFamily="34" charset="0"/>
              </a:rPr>
              <a:t>/0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06CD3-5820-BF10-FB1E-6657DBF23AF6}"/>
              </a:ext>
            </a:extLst>
          </p:cNvPr>
          <p:cNvSpPr txBox="1"/>
          <p:nvPr/>
        </p:nvSpPr>
        <p:spPr>
          <a:xfrm>
            <a:off x="1343472" y="3429000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324627"/>
      </p:ext>
    </p:extLst>
  </p:cSld>
  <p:clrMapOvr>
    <a:masterClrMapping/>
  </p:clrMapOvr>
</p:sld>
</file>

<file path=ppt/theme/theme1.xml><?xml version="1.0" encoding="utf-8"?>
<a:theme xmlns:a="http://schemas.openxmlformats.org/drawingml/2006/main" name="HU Breed">
  <a:themeElements>
    <a:clrScheme name="Aangepast 5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B71915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3.pptx" id="{942DAFAC-1680-4502-9BF8-FC5F531EB39C}" vid="{FF70E075-B353-421D-B6F1-D2E2BD7687C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st xmlns="8e39aab0-005d-45b6-a80e-05e5df2908d1" xsi:nil="true"/>
    <TaxCatchAll xmlns="cc018f0f-33de-4c4c-920d-26dc6e1acc33" xsi:nil="true"/>
    <lcf76f155ced4ddcb4097134ff3c332f xmlns="8e39aab0-005d-45b6-a80e-05e5df2908d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80706761E274FBF7207A6EEFD509E" ma:contentTypeVersion="20" ma:contentTypeDescription="Een nieuw document maken." ma:contentTypeScope="" ma:versionID="a00a05fe2e076f083d323378c5165ffd">
  <xsd:schema xmlns:xsd="http://www.w3.org/2001/XMLSchema" xmlns:xs="http://www.w3.org/2001/XMLSchema" xmlns:p="http://schemas.microsoft.com/office/2006/metadata/properties" xmlns:ns2="8e39aab0-005d-45b6-a80e-05e5df2908d1" xmlns:ns3="cc018f0f-33de-4c4c-920d-26dc6e1acc33" targetNamespace="http://schemas.microsoft.com/office/2006/metadata/properties" ma:root="true" ma:fieldsID="64bb212a3759e4adb139958771eb6e76" ns2:_="" ns3:_="">
    <xsd:import namespace="8e39aab0-005d-45b6-a80e-05e5df2908d1"/>
    <xsd:import namespace="cc018f0f-33de-4c4c-920d-26dc6e1ac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test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9aab0-005d-45b6-a80e-05e5df2908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test" ma:index="15" nillable="true" ma:displayName="test" ma:internalName="test">
      <xsd:simpleType>
        <xsd:restriction base="dms:Text">
          <xsd:maxLength value="255"/>
        </xsd:restriction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Afbeeldingtags" ma:readOnly="false" ma:fieldId="{5cf76f15-5ced-4ddc-b409-7134ff3c332f}" ma:taxonomyMulti="true" ma:sspId="9115ee84-c194-4add-8ddb-ad54b768e1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018f0f-33de-4c4c-920d-26dc6e1acc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4717f44-5d00-4b0b-b1be-45f62dea4934}" ma:internalName="TaxCatchAll" ma:showField="CatchAllData" ma:web="cc018f0f-33de-4c4c-920d-26dc6e1acc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163BBA-5F84-4F76-A7C6-0E4D63C0C7EA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www.w3.org/XML/1998/namespace"/>
    <ds:schemaRef ds:uri="8e39aab0-005d-45b6-a80e-05e5df2908d1"/>
    <ds:schemaRef ds:uri="http://schemas.microsoft.com/office/2006/documentManagement/types"/>
    <ds:schemaRef ds:uri="http://schemas.microsoft.com/office/infopath/2007/PartnerControls"/>
    <ds:schemaRef ds:uri="cc018f0f-33de-4c4c-920d-26dc6e1acc3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C000838-A29E-443D-BF31-A8289B8A58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9aab0-005d-45b6-a80e-05e5df2908d1"/>
    <ds:schemaRef ds:uri="cc018f0f-33de-4c4c-920d-26dc6e1acc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A12E90-AB8E-4722-847F-197088183E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4878</TotalTime>
  <Words>1307</Words>
  <Application>Microsoft Office PowerPoint</Application>
  <PresentationFormat>Breedbeeld</PresentationFormat>
  <Paragraphs>203</Paragraphs>
  <Slides>18</Slides>
  <Notes>16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Courier New</vt:lpstr>
      <vt:lpstr>Verdana</vt:lpstr>
      <vt:lpstr>Wingdings</vt:lpstr>
      <vt:lpstr>HU Breed</vt:lpstr>
      <vt:lpstr>Structural design patterns  Hoe OOP inzetten voor betere code.. </vt:lpstr>
      <vt:lpstr>Agenda</vt:lpstr>
      <vt:lpstr>Structural design patterns</vt:lpstr>
      <vt:lpstr>Design patterns</vt:lpstr>
      <vt:lpstr>Structural design patterns</vt:lpstr>
      <vt:lpstr>Wanneer welke pattern gebruiken?</vt:lpstr>
      <vt:lpstr>Adapter (wrapper)</vt:lpstr>
      <vt:lpstr>Decorator</vt:lpstr>
      <vt:lpstr>Decorator – hoe gebruiken?</vt:lpstr>
      <vt:lpstr>Proxy</vt:lpstr>
      <vt:lpstr>Proxy: Is het geen adapter/wrapper?</vt:lpstr>
      <vt:lpstr>Bridge: Explosie van subclasses vermijden</vt:lpstr>
      <vt:lpstr>Bridge: Explosie van subclasses vermijden</vt:lpstr>
      <vt:lpstr>Façade: Versimpelde interface</vt:lpstr>
      <vt:lpstr>Composite: All the way composition</vt:lpstr>
      <vt:lpstr>Flyweight: want geheugen is duur..</vt:lpstr>
      <vt:lpstr>Hoe object oriented is jouw code?</vt:lpstr>
      <vt:lpstr>/0</vt:lpstr>
    </vt:vector>
  </TitlesOfParts>
  <Company>Hogeschool van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 powerpoint-presentatie</dc:title>
  <dc:creator>ilja.beun</dc:creator>
  <cp:lastModifiedBy>Hasan Kurt</cp:lastModifiedBy>
  <cp:revision>336</cp:revision>
  <cp:lastPrinted>2017-02-04T20:35:24Z</cp:lastPrinted>
  <dcterms:created xsi:type="dcterms:W3CDTF">2007-11-06T09:59:11Z</dcterms:created>
  <dcterms:modified xsi:type="dcterms:W3CDTF">2026-04-13T21:37:41Z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2</vt:i4>
  </property>
  <property fmtid="{D5CDD505-2E9C-101B-9397-08002B2CF9AE}" pid="3" name="ContentTypeId">
    <vt:lpwstr>0x01010081A80706761E274FBF7207A6EEFD509E</vt:lpwstr>
  </property>
</Properties>
</file>